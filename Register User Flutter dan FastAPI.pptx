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755" r:id="rId3"/>
    <p:sldMasterId id="2147483684" r:id="rId4"/>
  </p:sldMasterIdLst>
  <p:handoutMasterIdLst>
    <p:handoutMasterId r:id="rId10"/>
  </p:handoutMasterIdLst>
  <p:sldIdLst>
    <p:sldId id="425" r:id="rId5"/>
    <p:sldId id="428" r:id="rId6"/>
    <p:sldId id="429" r:id="rId7"/>
    <p:sldId id="430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29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71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15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57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4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424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mmi Suryani" initials="TS" lastIdx="1" clrIdx="0">
    <p:extLst>
      <p:ext uri="{19B8F6BF-5375-455C-9EA6-DF929625EA0E}">
        <p15:presenceInfo xmlns:p15="http://schemas.microsoft.com/office/powerpoint/2012/main" xmlns="" userId="Tammi Suryan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395" autoAdjust="0"/>
  </p:normalViewPr>
  <p:slideViewPr>
    <p:cSldViewPr snapToGrid="0">
      <p:cViewPr varScale="1">
        <p:scale>
          <a:sx n="85" d="100"/>
          <a:sy n="85" d="100"/>
        </p:scale>
        <p:origin x="-547" y="-77"/>
      </p:cViewPr>
      <p:guideLst>
        <p:guide orient="horz" pos="2424"/>
        <p:guide pos="3816"/>
      </p:guideLst>
    </p:cSldViewPr>
  </p:slideViewPr>
  <p:outlineViewPr>
    <p:cViewPr>
      <p:scale>
        <a:sx n="33" d="100"/>
        <a:sy n="33" d="100"/>
      </p:scale>
      <p:origin x="0" y="-122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7" d="100"/>
          <a:sy n="87" d="100"/>
        </p:scale>
        <p:origin x="3840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FBB4D6AF-4538-4D14-8DE9-AF71902DB9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7BAAEC3-806E-48AA-9FDE-D039E69746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3E5BB2-A1FB-40DF-9345-346EDF792E25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7A88C50-3A40-43F4-BCAC-BD7231BC58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B365A30-5AF6-4B1A-B2A5-1297B07A676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C3579D-F889-409E-994B-C50D6D1948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1423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0945DE9-E3D5-4878-87F8-0F789D212B6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0000">
                <a:schemeClr val="tx2">
                  <a:alpha val="50000"/>
                </a:schemeClr>
              </a:gs>
              <a:gs pos="40000">
                <a:schemeClr val="tx2">
                  <a:alpha val="30000"/>
                </a:schemeClr>
              </a:gs>
              <a:gs pos="0">
                <a:schemeClr val="tx2">
                  <a:alpha val="0"/>
                </a:schemeClr>
              </a:gs>
              <a:gs pos="100000">
                <a:schemeClr val="tx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FF00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5041900" y="1384300"/>
            <a:ext cx="7150100" cy="726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 LT Std" panose="020B0504020202020204" pitchFamily="34" charset="0"/>
              </a:defRPr>
            </a:lvl1pPr>
          </a:lstStyle>
          <a:p>
            <a:pPr lvl="0"/>
            <a:r>
              <a:rPr lang="en-US" dirty="0" err="1"/>
              <a:t>Judul</a:t>
            </a:r>
            <a:r>
              <a:rPr lang="en-US" dirty="0"/>
              <a:t> </a:t>
            </a:r>
            <a:r>
              <a:rPr lang="en-US" dirty="0" err="1"/>
              <a:t>Presentasi</a:t>
            </a:r>
            <a:endParaRPr lang="en-US" dirty="0"/>
          </a:p>
        </p:txBody>
      </p:sp>
      <p:sp>
        <p:nvSpPr>
          <p:cNvPr id="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5041900" y="2110811"/>
            <a:ext cx="7150100" cy="3931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cap="none" spc="0">
                <a:ln w="0"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 LT Std" panose="020B0504020202020204" pitchFamily="34" charset="0"/>
              </a:defRPr>
            </a:lvl1pPr>
          </a:lstStyle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Insert the Sub Title of Your Presentation</a:t>
            </a:r>
            <a:endParaRPr lang="ko-KR" altLang="en-US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" name="Round Same Side Corner Rectangle 1"/>
          <p:cNvSpPr/>
          <p:nvPr userDrawn="1"/>
        </p:nvSpPr>
        <p:spPr>
          <a:xfrm flipV="1">
            <a:off x="1093863" y="-1"/>
            <a:ext cx="2392822" cy="1204957"/>
          </a:xfrm>
          <a:prstGeom prst="round2SameRect">
            <a:avLst>
              <a:gd name="adj1" fmla="val 25178"/>
              <a:gd name="adj2" fmla="val 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7520296" y="5537675"/>
            <a:ext cx="4671700" cy="3489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u="none" baseline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 LT Std" panose="020B0504020202020204" pitchFamily="34" charset="0"/>
              </a:defRPr>
            </a:lvl1pPr>
          </a:lstStyle>
          <a:p>
            <a:pPr lvl="0"/>
            <a:r>
              <a:rPr lang="en-US" dirty="0" err="1"/>
              <a:t>Tempat</a:t>
            </a:r>
            <a:r>
              <a:rPr lang="en-US" dirty="0"/>
              <a:t>, </a:t>
            </a:r>
            <a:r>
              <a:rPr lang="en-US" dirty="0" err="1"/>
              <a:t>Tanggal</a:t>
            </a:r>
            <a:r>
              <a:rPr lang="en-US" dirty="0"/>
              <a:t>, </a:t>
            </a:r>
            <a:r>
              <a:rPr lang="en-US" dirty="0" err="1"/>
              <a:t>Waktu</a:t>
            </a:r>
            <a:endParaRPr lang="en-US" dirty="0"/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7520298" y="5886628"/>
            <a:ext cx="4671700" cy="3261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cap="none" spc="0">
                <a:ln w="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 LT Std" panose="020B0504020202020204" pitchFamily="34" charset="0"/>
              </a:defRPr>
            </a:lvl1pPr>
          </a:lstStyle>
          <a:p>
            <a:r>
              <a:rPr lang="en-US" altLang="ko-KR" dirty="0">
                <a:solidFill>
                  <a:schemeClr val="bg1"/>
                </a:solidFill>
                <a:cs typeface="Arial" pitchFamily="34" charset="0"/>
              </a:rPr>
              <a:t>By :  Presenter Name</a:t>
            </a:r>
            <a:endParaRPr lang="ko-KR" altLang="en-US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95FA7B5-16A7-41CF-BEC7-336BF9335A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482" y="99917"/>
            <a:ext cx="1020771" cy="1075893"/>
          </a:xfrm>
          <a:prstGeom prst="rect">
            <a:avLst/>
          </a:prstGeom>
        </p:spPr>
      </p:pic>
      <p:pic>
        <p:nvPicPr>
          <p:cNvPr id="11" name="Picture 10" descr="A necklace with sunglasses&#10;&#10;Description automatically generated">
            <a:extLst>
              <a:ext uri="{FF2B5EF4-FFF2-40B4-BE49-F238E27FC236}">
                <a16:creationId xmlns:a16="http://schemas.microsoft.com/office/drawing/2014/main" xmlns="" id="{1EFCD133-83BA-4454-9C68-2877840838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902" y="-457200"/>
            <a:ext cx="13862756" cy="7797800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31392" y="134205"/>
            <a:ext cx="881502" cy="895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4" descr="BLU SPEED.png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11075895" y="201707"/>
            <a:ext cx="900952" cy="90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750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710E7DFD-D993-47F9-AD3F-4003912EE7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D39EE9A-A025-4AA0-9F97-D9D512069C2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582" y="1433417"/>
            <a:ext cx="1893342" cy="1995583"/>
          </a:xfrm>
          <a:prstGeom prst="rect">
            <a:avLst/>
          </a:prstGeom>
        </p:spPr>
      </p:pic>
      <p:pic>
        <p:nvPicPr>
          <p:cNvPr id="5" name="Picture 4" descr="BLU SPEED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1075895" y="201707"/>
            <a:ext cx="900952" cy="90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023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A necklace with sunglasses&#10;&#10;Description automatically generated">
            <a:extLst>
              <a:ext uri="{FF2B5EF4-FFF2-40B4-BE49-F238E27FC236}">
                <a16:creationId xmlns:a16="http://schemas.microsoft.com/office/drawing/2014/main" xmlns="" id="{D3C6A017-2923-4D2C-9B42-4EC61EE504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-685800"/>
            <a:ext cx="14427200" cy="811530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543017E8-3B2F-4F25-8C0D-72CFF2134737}"/>
              </a:ext>
            </a:extLst>
          </p:cNvPr>
          <p:cNvGrpSpPr/>
          <p:nvPr userDrawn="1"/>
        </p:nvGrpSpPr>
        <p:grpSpPr>
          <a:xfrm rot="10800000" flipH="1">
            <a:off x="-136643" y="-92321"/>
            <a:ext cx="5239109" cy="2040458"/>
            <a:chOff x="-101114" y="4916212"/>
            <a:chExt cx="6291094" cy="2040458"/>
          </a:xfrm>
        </p:grpSpPr>
        <p:sp>
          <p:nvSpPr>
            <p:cNvPr id="25" name="Trapezoid 13">
              <a:extLst>
                <a:ext uri="{FF2B5EF4-FFF2-40B4-BE49-F238E27FC236}">
                  <a16:creationId xmlns:a16="http://schemas.microsoft.com/office/drawing/2014/main" xmlns="" id="{0182F6A6-7C51-4F4C-843F-9E484FBBA277}"/>
                </a:ext>
              </a:extLst>
            </p:cNvPr>
            <p:cNvSpPr/>
            <p:nvPr userDrawn="1"/>
          </p:nvSpPr>
          <p:spPr>
            <a:xfrm flipH="1">
              <a:off x="0" y="6074874"/>
              <a:ext cx="6189980" cy="806450"/>
            </a:xfrm>
            <a:custGeom>
              <a:avLst/>
              <a:gdLst>
                <a:gd name="connsiteX0" fmla="*/ 0 w 7383145"/>
                <a:gd name="connsiteY0" fmla="*/ 1678305 h 1678305"/>
                <a:gd name="connsiteX1" fmla="*/ 419576 w 7383145"/>
                <a:gd name="connsiteY1" fmla="*/ 0 h 1678305"/>
                <a:gd name="connsiteX2" fmla="*/ 6963569 w 7383145"/>
                <a:gd name="connsiteY2" fmla="*/ 0 h 1678305"/>
                <a:gd name="connsiteX3" fmla="*/ 7383145 w 7383145"/>
                <a:gd name="connsiteY3" fmla="*/ 1678305 h 1678305"/>
                <a:gd name="connsiteX4" fmla="*/ 0 w 7383145"/>
                <a:gd name="connsiteY4" fmla="*/ 1678305 h 1678305"/>
                <a:gd name="connsiteX0" fmla="*/ 0 w 7392860"/>
                <a:gd name="connsiteY0" fmla="*/ 1705601 h 1705601"/>
                <a:gd name="connsiteX1" fmla="*/ 419576 w 7392860"/>
                <a:gd name="connsiteY1" fmla="*/ 27296 h 1705601"/>
                <a:gd name="connsiteX2" fmla="*/ 7392860 w 7392860"/>
                <a:gd name="connsiteY2" fmla="*/ 0 h 1705601"/>
                <a:gd name="connsiteX3" fmla="*/ 7383145 w 7392860"/>
                <a:gd name="connsiteY3" fmla="*/ 1705601 h 1705601"/>
                <a:gd name="connsiteX4" fmla="*/ 0 w 7392860"/>
                <a:gd name="connsiteY4" fmla="*/ 1705601 h 1705601"/>
                <a:gd name="connsiteX0" fmla="*/ 0 w 7392860"/>
                <a:gd name="connsiteY0" fmla="*/ 1705601 h 1705601"/>
                <a:gd name="connsiteX1" fmla="*/ 119317 w 7392860"/>
                <a:gd name="connsiteY1" fmla="*/ 477669 h 1705601"/>
                <a:gd name="connsiteX2" fmla="*/ 7392860 w 7392860"/>
                <a:gd name="connsiteY2" fmla="*/ 0 h 1705601"/>
                <a:gd name="connsiteX3" fmla="*/ 7383145 w 7392860"/>
                <a:gd name="connsiteY3" fmla="*/ 1705601 h 1705601"/>
                <a:gd name="connsiteX4" fmla="*/ 0 w 7392860"/>
                <a:gd name="connsiteY4" fmla="*/ 1705601 h 1705601"/>
                <a:gd name="connsiteX0" fmla="*/ 2842324 w 7273543"/>
                <a:gd name="connsiteY0" fmla="*/ 1378057 h 1705601"/>
                <a:gd name="connsiteX1" fmla="*/ 0 w 7273543"/>
                <a:gd name="connsiteY1" fmla="*/ 477669 h 1705601"/>
                <a:gd name="connsiteX2" fmla="*/ 7273543 w 7273543"/>
                <a:gd name="connsiteY2" fmla="*/ 0 h 1705601"/>
                <a:gd name="connsiteX3" fmla="*/ 7263828 w 7273543"/>
                <a:gd name="connsiteY3" fmla="*/ 1705601 h 1705601"/>
                <a:gd name="connsiteX4" fmla="*/ 2842324 w 7273543"/>
                <a:gd name="connsiteY4" fmla="*/ 1378057 h 1705601"/>
                <a:gd name="connsiteX0" fmla="*/ 1259129 w 7273543"/>
                <a:gd name="connsiteY0" fmla="*/ 1705601 h 1705601"/>
                <a:gd name="connsiteX1" fmla="*/ 0 w 7273543"/>
                <a:gd name="connsiteY1" fmla="*/ 477669 h 1705601"/>
                <a:gd name="connsiteX2" fmla="*/ 7273543 w 7273543"/>
                <a:gd name="connsiteY2" fmla="*/ 0 h 1705601"/>
                <a:gd name="connsiteX3" fmla="*/ 7263828 w 7273543"/>
                <a:gd name="connsiteY3" fmla="*/ 1705601 h 1705601"/>
                <a:gd name="connsiteX4" fmla="*/ 1259129 w 7273543"/>
                <a:gd name="connsiteY4" fmla="*/ 1705601 h 1705601"/>
                <a:gd name="connsiteX0" fmla="*/ 890627 w 6905041"/>
                <a:gd name="connsiteY0" fmla="*/ 1705601 h 1705601"/>
                <a:gd name="connsiteX1" fmla="*/ 0 w 6905041"/>
                <a:gd name="connsiteY1" fmla="*/ 859805 h 1705601"/>
                <a:gd name="connsiteX2" fmla="*/ 6905041 w 6905041"/>
                <a:gd name="connsiteY2" fmla="*/ 0 h 1705601"/>
                <a:gd name="connsiteX3" fmla="*/ 6895326 w 6905041"/>
                <a:gd name="connsiteY3" fmla="*/ 1705601 h 1705601"/>
                <a:gd name="connsiteX4" fmla="*/ 890627 w 6905041"/>
                <a:gd name="connsiteY4" fmla="*/ 1705601 h 1705601"/>
                <a:gd name="connsiteX0" fmla="*/ 822387 w 6836801"/>
                <a:gd name="connsiteY0" fmla="*/ 1705601 h 1705601"/>
                <a:gd name="connsiteX1" fmla="*/ 0 w 6836801"/>
                <a:gd name="connsiteY1" fmla="*/ 887100 h 1705601"/>
                <a:gd name="connsiteX2" fmla="*/ 6836801 w 6836801"/>
                <a:gd name="connsiteY2" fmla="*/ 0 h 1705601"/>
                <a:gd name="connsiteX3" fmla="*/ 6827086 w 6836801"/>
                <a:gd name="connsiteY3" fmla="*/ 1705601 h 1705601"/>
                <a:gd name="connsiteX4" fmla="*/ 822387 w 6836801"/>
                <a:gd name="connsiteY4" fmla="*/ 1705601 h 1705601"/>
                <a:gd name="connsiteX0" fmla="*/ 0 w 6911778"/>
                <a:gd name="connsiteY0" fmla="*/ 1691953 h 1705601"/>
                <a:gd name="connsiteX1" fmla="*/ 74977 w 6911778"/>
                <a:gd name="connsiteY1" fmla="*/ 887100 h 1705601"/>
                <a:gd name="connsiteX2" fmla="*/ 6911778 w 6911778"/>
                <a:gd name="connsiteY2" fmla="*/ 0 h 1705601"/>
                <a:gd name="connsiteX3" fmla="*/ 6902063 w 6911778"/>
                <a:gd name="connsiteY3" fmla="*/ 1705601 h 1705601"/>
                <a:gd name="connsiteX4" fmla="*/ 0 w 6911778"/>
                <a:gd name="connsiteY4" fmla="*/ 1691953 h 1705601"/>
                <a:gd name="connsiteX0" fmla="*/ 354728 w 7266506"/>
                <a:gd name="connsiteY0" fmla="*/ 1691953 h 1705601"/>
                <a:gd name="connsiteX1" fmla="*/ 0 w 7266506"/>
                <a:gd name="connsiteY1" fmla="*/ 996282 h 1705601"/>
                <a:gd name="connsiteX2" fmla="*/ 7266506 w 7266506"/>
                <a:gd name="connsiteY2" fmla="*/ 0 h 1705601"/>
                <a:gd name="connsiteX3" fmla="*/ 7256791 w 7266506"/>
                <a:gd name="connsiteY3" fmla="*/ 1705601 h 1705601"/>
                <a:gd name="connsiteX4" fmla="*/ 354728 w 7266506"/>
                <a:gd name="connsiteY4" fmla="*/ 1691953 h 1705601"/>
                <a:gd name="connsiteX0" fmla="*/ 320772 w 7266506"/>
                <a:gd name="connsiteY0" fmla="*/ 1709159 h 1709159"/>
                <a:gd name="connsiteX1" fmla="*/ 0 w 7266506"/>
                <a:gd name="connsiteY1" fmla="*/ 996282 h 1709159"/>
                <a:gd name="connsiteX2" fmla="*/ 7266506 w 7266506"/>
                <a:gd name="connsiteY2" fmla="*/ 0 h 1709159"/>
                <a:gd name="connsiteX3" fmla="*/ 7256791 w 7266506"/>
                <a:gd name="connsiteY3" fmla="*/ 1705601 h 1709159"/>
                <a:gd name="connsiteX4" fmla="*/ 320772 w 7266506"/>
                <a:gd name="connsiteY4" fmla="*/ 1709159 h 1709159"/>
                <a:gd name="connsiteX0" fmla="*/ 320772 w 7266506"/>
                <a:gd name="connsiteY0" fmla="*/ 1709159 h 1709159"/>
                <a:gd name="connsiteX1" fmla="*/ 0 w 7266506"/>
                <a:gd name="connsiteY1" fmla="*/ 996282 h 1709159"/>
                <a:gd name="connsiteX2" fmla="*/ 7266506 w 7266506"/>
                <a:gd name="connsiteY2" fmla="*/ 0 h 1709159"/>
                <a:gd name="connsiteX3" fmla="*/ 7256792 w 7266506"/>
                <a:gd name="connsiteY3" fmla="*/ 1008872 h 1709159"/>
                <a:gd name="connsiteX4" fmla="*/ 320772 w 7266506"/>
                <a:gd name="connsiteY4" fmla="*/ 1709159 h 1709159"/>
                <a:gd name="connsiteX0" fmla="*/ 345 w 7266506"/>
                <a:gd name="connsiteY0" fmla="*/ 1005796 h 1008872"/>
                <a:gd name="connsiteX1" fmla="*/ 0 w 7266506"/>
                <a:gd name="connsiteY1" fmla="*/ 996282 h 1008872"/>
                <a:gd name="connsiteX2" fmla="*/ 7266506 w 7266506"/>
                <a:gd name="connsiteY2" fmla="*/ 0 h 1008872"/>
                <a:gd name="connsiteX3" fmla="*/ 7256792 w 7266506"/>
                <a:gd name="connsiteY3" fmla="*/ 1008872 h 1008872"/>
                <a:gd name="connsiteX4" fmla="*/ 345 w 7266506"/>
                <a:gd name="connsiteY4" fmla="*/ 1005796 h 1008872"/>
                <a:gd name="connsiteX0" fmla="*/ 345 w 7266506"/>
                <a:gd name="connsiteY0" fmla="*/ 1005796 h 1005796"/>
                <a:gd name="connsiteX1" fmla="*/ 0 w 7266506"/>
                <a:gd name="connsiteY1" fmla="*/ 996282 h 1005796"/>
                <a:gd name="connsiteX2" fmla="*/ 7266506 w 7266506"/>
                <a:gd name="connsiteY2" fmla="*/ 0 h 1005796"/>
                <a:gd name="connsiteX3" fmla="*/ 7248781 w 7266506"/>
                <a:gd name="connsiteY3" fmla="*/ 995601 h 1005796"/>
                <a:gd name="connsiteX4" fmla="*/ 345 w 7266506"/>
                <a:gd name="connsiteY4" fmla="*/ 1005796 h 1005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66506" h="1005796">
                  <a:moveTo>
                    <a:pt x="345" y="1005796"/>
                  </a:moveTo>
                  <a:lnTo>
                    <a:pt x="0" y="996282"/>
                  </a:lnTo>
                  <a:lnTo>
                    <a:pt x="7266506" y="0"/>
                  </a:lnTo>
                  <a:cubicBezTo>
                    <a:pt x="7263268" y="568534"/>
                    <a:pt x="7252019" y="427067"/>
                    <a:pt x="7248781" y="995601"/>
                  </a:cubicBezTo>
                  <a:lnTo>
                    <a:pt x="345" y="1005796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6" name="Trapezoid 11">
              <a:extLst>
                <a:ext uri="{FF2B5EF4-FFF2-40B4-BE49-F238E27FC236}">
                  <a16:creationId xmlns:a16="http://schemas.microsoft.com/office/drawing/2014/main" xmlns="" id="{BB3EBE06-E745-4C53-9938-CBE61C4CEDE0}"/>
                </a:ext>
              </a:extLst>
            </p:cNvPr>
            <p:cNvSpPr/>
            <p:nvPr userDrawn="1"/>
          </p:nvSpPr>
          <p:spPr>
            <a:xfrm rot="5706198" flipH="1">
              <a:off x="-51453" y="4866551"/>
              <a:ext cx="2040458" cy="2139780"/>
            </a:xfrm>
            <a:custGeom>
              <a:avLst/>
              <a:gdLst>
                <a:gd name="connsiteX0" fmla="*/ 0 w 4694555"/>
                <a:gd name="connsiteY0" fmla="*/ 1910080 h 1910080"/>
                <a:gd name="connsiteX1" fmla="*/ 477520 w 4694555"/>
                <a:gd name="connsiteY1" fmla="*/ 0 h 1910080"/>
                <a:gd name="connsiteX2" fmla="*/ 4217035 w 4694555"/>
                <a:gd name="connsiteY2" fmla="*/ 0 h 1910080"/>
                <a:gd name="connsiteX3" fmla="*/ 4694555 w 4694555"/>
                <a:gd name="connsiteY3" fmla="*/ 1910080 h 1910080"/>
                <a:gd name="connsiteX4" fmla="*/ 0 w 4694555"/>
                <a:gd name="connsiteY4" fmla="*/ 1910080 h 1910080"/>
                <a:gd name="connsiteX0" fmla="*/ 0 w 4694555"/>
                <a:gd name="connsiteY0" fmla="*/ 1910080 h 1910080"/>
                <a:gd name="connsiteX1" fmla="*/ 0 w 4694555"/>
                <a:gd name="connsiteY1" fmla="*/ 641444 h 1910080"/>
                <a:gd name="connsiteX2" fmla="*/ 4217035 w 4694555"/>
                <a:gd name="connsiteY2" fmla="*/ 0 h 1910080"/>
                <a:gd name="connsiteX3" fmla="*/ 4694555 w 4694555"/>
                <a:gd name="connsiteY3" fmla="*/ 1910080 h 1910080"/>
                <a:gd name="connsiteX4" fmla="*/ 0 w 4694555"/>
                <a:gd name="connsiteY4" fmla="*/ 1910080 h 1910080"/>
                <a:gd name="connsiteX0" fmla="*/ 0 w 4694555"/>
                <a:gd name="connsiteY0" fmla="*/ 1896432 h 1896432"/>
                <a:gd name="connsiteX1" fmla="*/ 0 w 4694555"/>
                <a:gd name="connsiteY1" fmla="*/ 627796 h 1896432"/>
                <a:gd name="connsiteX2" fmla="*/ 2770372 w 4694555"/>
                <a:gd name="connsiteY2" fmla="*/ 0 h 1896432"/>
                <a:gd name="connsiteX3" fmla="*/ 4694555 w 4694555"/>
                <a:gd name="connsiteY3" fmla="*/ 1896432 h 1896432"/>
                <a:gd name="connsiteX4" fmla="*/ 0 w 4694555"/>
                <a:gd name="connsiteY4" fmla="*/ 1896432 h 1896432"/>
                <a:gd name="connsiteX0" fmla="*/ 0 w 4721850"/>
                <a:gd name="connsiteY0" fmla="*/ 1896432 h 1896432"/>
                <a:gd name="connsiteX1" fmla="*/ 0 w 4721850"/>
                <a:gd name="connsiteY1" fmla="*/ 627796 h 1896432"/>
                <a:gd name="connsiteX2" fmla="*/ 2770372 w 4721850"/>
                <a:gd name="connsiteY2" fmla="*/ 0 h 1896432"/>
                <a:gd name="connsiteX3" fmla="*/ 4721850 w 4721850"/>
                <a:gd name="connsiteY3" fmla="*/ 1896432 h 1896432"/>
                <a:gd name="connsiteX4" fmla="*/ 0 w 4721850"/>
                <a:gd name="connsiteY4" fmla="*/ 1896432 h 1896432"/>
                <a:gd name="connsiteX0" fmla="*/ 0 w 4721850"/>
                <a:gd name="connsiteY0" fmla="*/ 2162454 h 2162454"/>
                <a:gd name="connsiteX1" fmla="*/ 0 w 4721850"/>
                <a:gd name="connsiteY1" fmla="*/ 893818 h 2162454"/>
                <a:gd name="connsiteX2" fmla="*/ 2404095 w 4721850"/>
                <a:gd name="connsiteY2" fmla="*/ 0 h 2162454"/>
                <a:gd name="connsiteX3" fmla="*/ 4721850 w 4721850"/>
                <a:gd name="connsiteY3" fmla="*/ 2162454 h 2162454"/>
                <a:gd name="connsiteX4" fmla="*/ 0 w 4721850"/>
                <a:gd name="connsiteY4" fmla="*/ 2162454 h 2162454"/>
                <a:gd name="connsiteX0" fmla="*/ 0 w 4721850"/>
                <a:gd name="connsiteY0" fmla="*/ 2162454 h 2162454"/>
                <a:gd name="connsiteX1" fmla="*/ 261625 w 4721850"/>
                <a:gd name="connsiteY1" fmla="*/ 1333258 h 2162454"/>
                <a:gd name="connsiteX2" fmla="*/ 2404095 w 4721850"/>
                <a:gd name="connsiteY2" fmla="*/ 0 h 2162454"/>
                <a:gd name="connsiteX3" fmla="*/ 4721850 w 4721850"/>
                <a:gd name="connsiteY3" fmla="*/ 2162454 h 2162454"/>
                <a:gd name="connsiteX4" fmla="*/ 0 w 4721850"/>
                <a:gd name="connsiteY4" fmla="*/ 2162454 h 2162454"/>
                <a:gd name="connsiteX0" fmla="*/ 0 w 4721850"/>
                <a:gd name="connsiteY0" fmla="*/ 2162454 h 2162454"/>
                <a:gd name="connsiteX1" fmla="*/ 0 w 4721850"/>
                <a:gd name="connsiteY1" fmla="*/ 951639 h 2162454"/>
                <a:gd name="connsiteX2" fmla="*/ 2404095 w 4721850"/>
                <a:gd name="connsiteY2" fmla="*/ 0 h 2162454"/>
                <a:gd name="connsiteX3" fmla="*/ 4721850 w 4721850"/>
                <a:gd name="connsiteY3" fmla="*/ 2162454 h 2162454"/>
                <a:gd name="connsiteX4" fmla="*/ 0 w 4721850"/>
                <a:gd name="connsiteY4" fmla="*/ 2162454 h 2162454"/>
                <a:gd name="connsiteX0" fmla="*/ 0 w 5506727"/>
                <a:gd name="connsiteY0" fmla="*/ 2162454 h 2162454"/>
                <a:gd name="connsiteX1" fmla="*/ 0 w 5506727"/>
                <a:gd name="connsiteY1" fmla="*/ 951639 h 2162454"/>
                <a:gd name="connsiteX2" fmla="*/ 2404095 w 5506727"/>
                <a:gd name="connsiteY2" fmla="*/ 0 h 2162454"/>
                <a:gd name="connsiteX3" fmla="*/ 5506727 w 5506727"/>
                <a:gd name="connsiteY3" fmla="*/ 2150890 h 2162454"/>
                <a:gd name="connsiteX4" fmla="*/ 0 w 5506727"/>
                <a:gd name="connsiteY4" fmla="*/ 2162454 h 2162454"/>
                <a:gd name="connsiteX0" fmla="*/ 0 w 5506727"/>
                <a:gd name="connsiteY0" fmla="*/ 2162454 h 2162454"/>
                <a:gd name="connsiteX1" fmla="*/ 0 w 5506727"/>
                <a:gd name="connsiteY1" fmla="*/ 951639 h 2162454"/>
                <a:gd name="connsiteX2" fmla="*/ 2404095 w 5506727"/>
                <a:gd name="connsiteY2" fmla="*/ 0 h 2162454"/>
                <a:gd name="connsiteX3" fmla="*/ 5506727 w 5506727"/>
                <a:gd name="connsiteY3" fmla="*/ 2162454 h 2162454"/>
                <a:gd name="connsiteX4" fmla="*/ 0 w 5506727"/>
                <a:gd name="connsiteY4" fmla="*/ 2162454 h 2162454"/>
                <a:gd name="connsiteX0" fmla="*/ 0 w 5199376"/>
                <a:gd name="connsiteY0" fmla="*/ 2162454 h 2164273"/>
                <a:gd name="connsiteX1" fmla="*/ 0 w 5199376"/>
                <a:gd name="connsiteY1" fmla="*/ 951639 h 2164273"/>
                <a:gd name="connsiteX2" fmla="*/ 2404095 w 5199376"/>
                <a:gd name="connsiteY2" fmla="*/ 0 h 2164273"/>
                <a:gd name="connsiteX3" fmla="*/ 5199376 w 5199376"/>
                <a:gd name="connsiteY3" fmla="*/ 2164273 h 2164273"/>
                <a:gd name="connsiteX4" fmla="*/ 0 w 5199376"/>
                <a:gd name="connsiteY4" fmla="*/ 2162454 h 2164273"/>
                <a:gd name="connsiteX0" fmla="*/ 0 w 5199376"/>
                <a:gd name="connsiteY0" fmla="*/ 2147738 h 2149557"/>
                <a:gd name="connsiteX1" fmla="*/ 0 w 5199376"/>
                <a:gd name="connsiteY1" fmla="*/ 936923 h 2149557"/>
                <a:gd name="connsiteX2" fmla="*/ 2735058 w 5199376"/>
                <a:gd name="connsiteY2" fmla="*/ 0 h 2149557"/>
                <a:gd name="connsiteX3" fmla="*/ 5199376 w 5199376"/>
                <a:gd name="connsiteY3" fmla="*/ 2149557 h 2149557"/>
                <a:gd name="connsiteX4" fmla="*/ 0 w 5199376"/>
                <a:gd name="connsiteY4" fmla="*/ 2147738 h 2149557"/>
                <a:gd name="connsiteX0" fmla="*/ 0 w 5199376"/>
                <a:gd name="connsiteY0" fmla="*/ 2147738 h 2149557"/>
                <a:gd name="connsiteX1" fmla="*/ 0 w 5199376"/>
                <a:gd name="connsiteY1" fmla="*/ 936923 h 2149557"/>
                <a:gd name="connsiteX2" fmla="*/ 3018742 w 5199376"/>
                <a:gd name="connsiteY2" fmla="*/ 0 h 2149557"/>
                <a:gd name="connsiteX3" fmla="*/ 5199376 w 5199376"/>
                <a:gd name="connsiteY3" fmla="*/ 2149557 h 2149557"/>
                <a:gd name="connsiteX4" fmla="*/ 0 w 5199376"/>
                <a:gd name="connsiteY4" fmla="*/ 2147738 h 2149557"/>
                <a:gd name="connsiteX0" fmla="*/ 0 w 5199376"/>
                <a:gd name="connsiteY0" fmla="*/ 2147738 h 2149557"/>
                <a:gd name="connsiteX1" fmla="*/ 0 w 5199376"/>
                <a:gd name="connsiteY1" fmla="*/ 848615 h 2149557"/>
                <a:gd name="connsiteX2" fmla="*/ 3018742 w 5199376"/>
                <a:gd name="connsiteY2" fmla="*/ 0 h 2149557"/>
                <a:gd name="connsiteX3" fmla="*/ 5199376 w 5199376"/>
                <a:gd name="connsiteY3" fmla="*/ 2149557 h 2149557"/>
                <a:gd name="connsiteX4" fmla="*/ 0 w 5199376"/>
                <a:gd name="connsiteY4" fmla="*/ 2147738 h 2149557"/>
                <a:gd name="connsiteX0" fmla="*/ 0 w 6610786"/>
                <a:gd name="connsiteY0" fmla="*/ 2147738 h 2166780"/>
                <a:gd name="connsiteX1" fmla="*/ 0 w 6610786"/>
                <a:gd name="connsiteY1" fmla="*/ 848615 h 2166780"/>
                <a:gd name="connsiteX2" fmla="*/ 3018742 w 6610786"/>
                <a:gd name="connsiteY2" fmla="*/ 0 h 2166780"/>
                <a:gd name="connsiteX3" fmla="*/ 6610785 w 6610786"/>
                <a:gd name="connsiteY3" fmla="*/ 2166780 h 2166780"/>
                <a:gd name="connsiteX4" fmla="*/ 0 w 6610786"/>
                <a:gd name="connsiteY4" fmla="*/ 2147738 h 2166780"/>
                <a:gd name="connsiteX0" fmla="*/ 0 w 6610786"/>
                <a:gd name="connsiteY0" fmla="*/ 2147738 h 2166780"/>
                <a:gd name="connsiteX1" fmla="*/ 0 w 6610786"/>
                <a:gd name="connsiteY1" fmla="*/ 873811 h 2166780"/>
                <a:gd name="connsiteX2" fmla="*/ 3018742 w 6610786"/>
                <a:gd name="connsiteY2" fmla="*/ 0 h 2166780"/>
                <a:gd name="connsiteX3" fmla="*/ 6610785 w 6610786"/>
                <a:gd name="connsiteY3" fmla="*/ 2166780 h 2166780"/>
                <a:gd name="connsiteX4" fmla="*/ 0 w 6610786"/>
                <a:gd name="connsiteY4" fmla="*/ 2147738 h 2166780"/>
                <a:gd name="connsiteX0" fmla="*/ 0 w 6016398"/>
                <a:gd name="connsiteY0" fmla="*/ 2147738 h 2147738"/>
                <a:gd name="connsiteX1" fmla="*/ 0 w 6016398"/>
                <a:gd name="connsiteY1" fmla="*/ 873811 h 2147738"/>
                <a:gd name="connsiteX2" fmla="*/ 3018742 w 6016398"/>
                <a:gd name="connsiteY2" fmla="*/ 0 h 2147738"/>
                <a:gd name="connsiteX3" fmla="*/ 6016398 w 6016398"/>
                <a:gd name="connsiteY3" fmla="*/ 1799271 h 2147738"/>
                <a:gd name="connsiteX4" fmla="*/ 0 w 6016398"/>
                <a:gd name="connsiteY4" fmla="*/ 2147738 h 2147738"/>
                <a:gd name="connsiteX0" fmla="*/ 0 w 6016398"/>
                <a:gd name="connsiteY0" fmla="*/ 2147738 h 2147738"/>
                <a:gd name="connsiteX1" fmla="*/ 546559 w 6016398"/>
                <a:gd name="connsiteY1" fmla="*/ 713384 h 2147738"/>
                <a:gd name="connsiteX2" fmla="*/ 3018742 w 6016398"/>
                <a:gd name="connsiteY2" fmla="*/ 0 h 2147738"/>
                <a:gd name="connsiteX3" fmla="*/ 6016398 w 6016398"/>
                <a:gd name="connsiteY3" fmla="*/ 1799271 h 2147738"/>
                <a:gd name="connsiteX4" fmla="*/ 0 w 6016398"/>
                <a:gd name="connsiteY4" fmla="*/ 2147738 h 2147738"/>
                <a:gd name="connsiteX0" fmla="*/ -1 w 5739250"/>
                <a:gd name="connsiteY0" fmla="*/ 1649439 h 1799271"/>
                <a:gd name="connsiteX1" fmla="*/ 269411 w 5739250"/>
                <a:gd name="connsiteY1" fmla="*/ 713384 h 1799271"/>
                <a:gd name="connsiteX2" fmla="*/ 2741594 w 5739250"/>
                <a:gd name="connsiteY2" fmla="*/ 0 h 1799271"/>
                <a:gd name="connsiteX3" fmla="*/ 5739250 w 5739250"/>
                <a:gd name="connsiteY3" fmla="*/ 1799271 h 1799271"/>
                <a:gd name="connsiteX4" fmla="*/ -1 w 5739250"/>
                <a:gd name="connsiteY4" fmla="*/ 1649439 h 1799271"/>
                <a:gd name="connsiteX0" fmla="*/ -1 w 5737772"/>
                <a:gd name="connsiteY0" fmla="*/ 1644317 h 1799271"/>
                <a:gd name="connsiteX1" fmla="*/ 267933 w 5737772"/>
                <a:gd name="connsiteY1" fmla="*/ 713384 h 1799271"/>
                <a:gd name="connsiteX2" fmla="*/ 2740116 w 5737772"/>
                <a:gd name="connsiteY2" fmla="*/ 0 h 1799271"/>
                <a:gd name="connsiteX3" fmla="*/ 5737772 w 5737772"/>
                <a:gd name="connsiteY3" fmla="*/ 1799271 h 1799271"/>
                <a:gd name="connsiteX4" fmla="*/ -1 w 5737772"/>
                <a:gd name="connsiteY4" fmla="*/ 1644317 h 1799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37772" h="1799271">
                  <a:moveTo>
                    <a:pt x="-1" y="1644317"/>
                  </a:moveTo>
                  <a:lnTo>
                    <a:pt x="267933" y="713384"/>
                  </a:lnTo>
                  <a:lnTo>
                    <a:pt x="2740116" y="0"/>
                  </a:lnTo>
                  <a:lnTo>
                    <a:pt x="5737772" y="1799271"/>
                  </a:lnTo>
                  <a:lnTo>
                    <a:pt x="-1" y="1644317"/>
                  </a:lnTo>
                  <a:close/>
                </a:path>
              </a:pathLst>
            </a:cu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7" name="Trapezoid 11">
              <a:extLst>
                <a:ext uri="{FF2B5EF4-FFF2-40B4-BE49-F238E27FC236}">
                  <a16:creationId xmlns:a16="http://schemas.microsoft.com/office/drawing/2014/main" xmlns="" id="{49E2AD6B-67BF-49C7-B945-0C72EAFD977A}"/>
                </a:ext>
              </a:extLst>
            </p:cNvPr>
            <p:cNvSpPr/>
            <p:nvPr userDrawn="1"/>
          </p:nvSpPr>
          <p:spPr>
            <a:xfrm rot="5400000" flipH="1">
              <a:off x="14666" y="5388297"/>
              <a:ext cx="1475851" cy="1511501"/>
            </a:xfrm>
            <a:custGeom>
              <a:avLst/>
              <a:gdLst>
                <a:gd name="connsiteX0" fmla="*/ 0 w 4694555"/>
                <a:gd name="connsiteY0" fmla="*/ 1910080 h 1910080"/>
                <a:gd name="connsiteX1" fmla="*/ 477520 w 4694555"/>
                <a:gd name="connsiteY1" fmla="*/ 0 h 1910080"/>
                <a:gd name="connsiteX2" fmla="*/ 4217035 w 4694555"/>
                <a:gd name="connsiteY2" fmla="*/ 0 h 1910080"/>
                <a:gd name="connsiteX3" fmla="*/ 4694555 w 4694555"/>
                <a:gd name="connsiteY3" fmla="*/ 1910080 h 1910080"/>
                <a:gd name="connsiteX4" fmla="*/ 0 w 4694555"/>
                <a:gd name="connsiteY4" fmla="*/ 1910080 h 1910080"/>
                <a:gd name="connsiteX0" fmla="*/ 0 w 4694555"/>
                <a:gd name="connsiteY0" fmla="*/ 1910080 h 1910080"/>
                <a:gd name="connsiteX1" fmla="*/ 0 w 4694555"/>
                <a:gd name="connsiteY1" fmla="*/ 641444 h 1910080"/>
                <a:gd name="connsiteX2" fmla="*/ 4217035 w 4694555"/>
                <a:gd name="connsiteY2" fmla="*/ 0 h 1910080"/>
                <a:gd name="connsiteX3" fmla="*/ 4694555 w 4694555"/>
                <a:gd name="connsiteY3" fmla="*/ 1910080 h 1910080"/>
                <a:gd name="connsiteX4" fmla="*/ 0 w 4694555"/>
                <a:gd name="connsiteY4" fmla="*/ 1910080 h 1910080"/>
                <a:gd name="connsiteX0" fmla="*/ 0 w 4694555"/>
                <a:gd name="connsiteY0" fmla="*/ 1896432 h 1896432"/>
                <a:gd name="connsiteX1" fmla="*/ 0 w 4694555"/>
                <a:gd name="connsiteY1" fmla="*/ 627796 h 1896432"/>
                <a:gd name="connsiteX2" fmla="*/ 2770372 w 4694555"/>
                <a:gd name="connsiteY2" fmla="*/ 0 h 1896432"/>
                <a:gd name="connsiteX3" fmla="*/ 4694555 w 4694555"/>
                <a:gd name="connsiteY3" fmla="*/ 1896432 h 1896432"/>
                <a:gd name="connsiteX4" fmla="*/ 0 w 4694555"/>
                <a:gd name="connsiteY4" fmla="*/ 1896432 h 1896432"/>
                <a:gd name="connsiteX0" fmla="*/ 0 w 4721850"/>
                <a:gd name="connsiteY0" fmla="*/ 1896432 h 1896432"/>
                <a:gd name="connsiteX1" fmla="*/ 0 w 4721850"/>
                <a:gd name="connsiteY1" fmla="*/ 627796 h 1896432"/>
                <a:gd name="connsiteX2" fmla="*/ 2770372 w 4721850"/>
                <a:gd name="connsiteY2" fmla="*/ 0 h 1896432"/>
                <a:gd name="connsiteX3" fmla="*/ 4721850 w 4721850"/>
                <a:gd name="connsiteY3" fmla="*/ 1896432 h 1896432"/>
                <a:gd name="connsiteX4" fmla="*/ 0 w 4721850"/>
                <a:gd name="connsiteY4" fmla="*/ 1896432 h 1896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21850" h="1896432">
                  <a:moveTo>
                    <a:pt x="0" y="1896432"/>
                  </a:moveTo>
                  <a:lnTo>
                    <a:pt x="0" y="627796"/>
                  </a:lnTo>
                  <a:lnTo>
                    <a:pt x="2770372" y="0"/>
                  </a:lnTo>
                  <a:lnTo>
                    <a:pt x="4721850" y="1896432"/>
                  </a:lnTo>
                  <a:lnTo>
                    <a:pt x="0" y="1896432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8" name="Isosceles Triangle 6">
              <a:extLst>
                <a:ext uri="{FF2B5EF4-FFF2-40B4-BE49-F238E27FC236}">
                  <a16:creationId xmlns:a16="http://schemas.microsoft.com/office/drawing/2014/main" xmlns="" id="{FDFEAD5B-CB19-4561-8B41-79C8E20303AC}"/>
                </a:ext>
              </a:extLst>
            </p:cNvPr>
            <p:cNvSpPr/>
            <p:nvPr userDrawn="1"/>
          </p:nvSpPr>
          <p:spPr>
            <a:xfrm>
              <a:off x="596084" y="6017434"/>
              <a:ext cx="908837" cy="865173"/>
            </a:xfrm>
            <a:custGeom>
              <a:avLst/>
              <a:gdLst>
                <a:gd name="connsiteX0" fmla="*/ 0 w 457200"/>
                <a:gd name="connsiteY0" fmla="*/ 1209675 h 1209675"/>
                <a:gd name="connsiteX1" fmla="*/ 228600 w 457200"/>
                <a:gd name="connsiteY1" fmla="*/ 0 h 1209675"/>
                <a:gd name="connsiteX2" fmla="*/ 457200 w 457200"/>
                <a:gd name="connsiteY2" fmla="*/ 1209675 h 1209675"/>
                <a:gd name="connsiteX3" fmla="*/ 0 w 457200"/>
                <a:gd name="connsiteY3" fmla="*/ 1209675 h 1209675"/>
                <a:gd name="connsiteX0" fmla="*/ 0 w 1014412"/>
                <a:gd name="connsiteY0" fmla="*/ 1000122 h 1000122"/>
                <a:gd name="connsiteX1" fmla="*/ 1014412 w 1014412"/>
                <a:gd name="connsiteY1" fmla="*/ 0 h 1000122"/>
                <a:gd name="connsiteX2" fmla="*/ 457200 w 1014412"/>
                <a:gd name="connsiteY2" fmla="*/ 1000122 h 1000122"/>
                <a:gd name="connsiteX3" fmla="*/ 0 w 1014412"/>
                <a:gd name="connsiteY3" fmla="*/ 1000122 h 1000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412" h="1000122">
                  <a:moveTo>
                    <a:pt x="0" y="1000122"/>
                  </a:moveTo>
                  <a:lnTo>
                    <a:pt x="1014412" y="0"/>
                  </a:lnTo>
                  <a:lnTo>
                    <a:pt x="457200" y="1000122"/>
                  </a:lnTo>
                  <a:lnTo>
                    <a:pt x="0" y="1000122"/>
                  </a:lnTo>
                  <a:close/>
                </a:path>
              </a:pathLst>
            </a:cu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58BBD1-4036-401F-AC80-99FF8062F5D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97773" y="579498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25C9FB1-97F7-4E51-99CE-63B703E9059C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897773" y="1771054"/>
            <a:ext cx="10515600" cy="428870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514A0CA-5F95-497B-B31B-C2CC07C4FA43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A77024-57D8-4F89-BEAB-E63789C998CB}" type="datetimeFigureOut">
              <a:rPr lang="en-US" smtClean="0"/>
              <a:pPr/>
              <a:t>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EE3FDAE-47DD-4E09-8B25-D3223B5DE72F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65931D8-B6A6-4920-BAA3-7957A2AA73A3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6C96B7F-8210-42C6-9ABD-4935597F8D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6DC76550-F3BF-4057-B4E4-DE666E83DB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0505" y="244188"/>
            <a:ext cx="1073530" cy="113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575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-108643" y="-81477"/>
            <a:ext cx="5513561" cy="2040458"/>
            <a:chOff x="-108643" y="-81477"/>
            <a:chExt cx="5513561" cy="2040458"/>
          </a:xfrm>
        </p:grpSpPr>
        <p:grpSp>
          <p:nvGrpSpPr>
            <p:cNvPr id="16" name="Group 15"/>
            <p:cNvGrpSpPr/>
            <p:nvPr userDrawn="1"/>
          </p:nvGrpSpPr>
          <p:grpSpPr>
            <a:xfrm rot="10800000" flipH="1">
              <a:off x="-108643" y="-81477"/>
              <a:ext cx="5513561" cy="2040458"/>
              <a:chOff x="-101114" y="4916212"/>
              <a:chExt cx="6291094" cy="2040458"/>
            </a:xfrm>
          </p:grpSpPr>
          <p:sp>
            <p:nvSpPr>
              <p:cNvPr id="11" name="Trapezoid 13"/>
              <p:cNvSpPr/>
              <p:nvPr userDrawn="1"/>
            </p:nvSpPr>
            <p:spPr>
              <a:xfrm flipH="1">
                <a:off x="0" y="6074874"/>
                <a:ext cx="6189980" cy="806450"/>
              </a:xfrm>
              <a:custGeom>
                <a:avLst/>
                <a:gdLst>
                  <a:gd name="connsiteX0" fmla="*/ 0 w 7383145"/>
                  <a:gd name="connsiteY0" fmla="*/ 1678305 h 1678305"/>
                  <a:gd name="connsiteX1" fmla="*/ 419576 w 7383145"/>
                  <a:gd name="connsiteY1" fmla="*/ 0 h 1678305"/>
                  <a:gd name="connsiteX2" fmla="*/ 6963569 w 7383145"/>
                  <a:gd name="connsiteY2" fmla="*/ 0 h 1678305"/>
                  <a:gd name="connsiteX3" fmla="*/ 7383145 w 7383145"/>
                  <a:gd name="connsiteY3" fmla="*/ 1678305 h 1678305"/>
                  <a:gd name="connsiteX4" fmla="*/ 0 w 7383145"/>
                  <a:gd name="connsiteY4" fmla="*/ 1678305 h 1678305"/>
                  <a:gd name="connsiteX0" fmla="*/ 0 w 7392860"/>
                  <a:gd name="connsiteY0" fmla="*/ 1705601 h 1705601"/>
                  <a:gd name="connsiteX1" fmla="*/ 419576 w 7392860"/>
                  <a:gd name="connsiteY1" fmla="*/ 27296 h 1705601"/>
                  <a:gd name="connsiteX2" fmla="*/ 7392860 w 7392860"/>
                  <a:gd name="connsiteY2" fmla="*/ 0 h 1705601"/>
                  <a:gd name="connsiteX3" fmla="*/ 7383145 w 7392860"/>
                  <a:gd name="connsiteY3" fmla="*/ 1705601 h 1705601"/>
                  <a:gd name="connsiteX4" fmla="*/ 0 w 7392860"/>
                  <a:gd name="connsiteY4" fmla="*/ 1705601 h 1705601"/>
                  <a:gd name="connsiteX0" fmla="*/ 0 w 7392860"/>
                  <a:gd name="connsiteY0" fmla="*/ 1705601 h 1705601"/>
                  <a:gd name="connsiteX1" fmla="*/ 119317 w 7392860"/>
                  <a:gd name="connsiteY1" fmla="*/ 477669 h 1705601"/>
                  <a:gd name="connsiteX2" fmla="*/ 7392860 w 7392860"/>
                  <a:gd name="connsiteY2" fmla="*/ 0 h 1705601"/>
                  <a:gd name="connsiteX3" fmla="*/ 7383145 w 7392860"/>
                  <a:gd name="connsiteY3" fmla="*/ 1705601 h 1705601"/>
                  <a:gd name="connsiteX4" fmla="*/ 0 w 7392860"/>
                  <a:gd name="connsiteY4" fmla="*/ 1705601 h 1705601"/>
                  <a:gd name="connsiteX0" fmla="*/ 2842324 w 7273543"/>
                  <a:gd name="connsiteY0" fmla="*/ 1378057 h 1705601"/>
                  <a:gd name="connsiteX1" fmla="*/ 0 w 7273543"/>
                  <a:gd name="connsiteY1" fmla="*/ 477669 h 1705601"/>
                  <a:gd name="connsiteX2" fmla="*/ 7273543 w 7273543"/>
                  <a:gd name="connsiteY2" fmla="*/ 0 h 1705601"/>
                  <a:gd name="connsiteX3" fmla="*/ 7263828 w 7273543"/>
                  <a:gd name="connsiteY3" fmla="*/ 1705601 h 1705601"/>
                  <a:gd name="connsiteX4" fmla="*/ 2842324 w 7273543"/>
                  <a:gd name="connsiteY4" fmla="*/ 1378057 h 1705601"/>
                  <a:gd name="connsiteX0" fmla="*/ 1259129 w 7273543"/>
                  <a:gd name="connsiteY0" fmla="*/ 1705601 h 1705601"/>
                  <a:gd name="connsiteX1" fmla="*/ 0 w 7273543"/>
                  <a:gd name="connsiteY1" fmla="*/ 477669 h 1705601"/>
                  <a:gd name="connsiteX2" fmla="*/ 7273543 w 7273543"/>
                  <a:gd name="connsiteY2" fmla="*/ 0 h 1705601"/>
                  <a:gd name="connsiteX3" fmla="*/ 7263828 w 7273543"/>
                  <a:gd name="connsiteY3" fmla="*/ 1705601 h 1705601"/>
                  <a:gd name="connsiteX4" fmla="*/ 1259129 w 7273543"/>
                  <a:gd name="connsiteY4" fmla="*/ 1705601 h 1705601"/>
                  <a:gd name="connsiteX0" fmla="*/ 890627 w 6905041"/>
                  <a:gd name="connsiteY0" fmla="*/ 1705601 h 1705601"/>
                  <a:gd name="connsiteX1" fmla="*/ 0 w 6905041"/>
                  <a:gd name="connsiteY1" fmla="*/ 859805 h 1705601"/>
                  <a:gd name="connsiteX2" fmla="*/ 6905041 w 6905041"/>
                  <a:gd name="connsiteY2" fmla="*/ 0 h 1705601"/>
                  <a:gd name="connsiteX3" fmla="*/ 6895326 w 6905041"/>
                  <a:gd name="connsiteY3" fmla="*/ 1705601 h 1705601"/>
                  <a:gd name="connsiteX4" fmla="*/ 890627 w 6905041"/>
                  <a:gd name="connsiteY4" fmla="*/ 1705601 h 1705601"/>
                  <a:gd name="connsiteX0" fmla="*/ 822387 w 6836801"/>
                  <a:gd name="connsiteY0" fmla="*/ 1705601 h 1705601"/>
                  <a:gd name="connsiteX1" fmla="*/ 0 w 6836801"/>
                  <a:gd name="connsiteY1" fmla="*/ 887100 h 1705601"/>
                  <a:gd name="connsiteX2" fmla="*/ 6836801 w 6836801"/>
                  <a:gd name="connsiteY2" fmla="*/ 0 h 1705601"/>
                  <a:gd name="connsiteX3" fmla="*/ 6827086 w 6836801"/>
                  <a:gd name="connsiteY3" fmla="*/ 1705601 h 1705601"/>
                  <a:gd name="connsiteX4" fmla="*/ 822387 w 6836801"/>
                  <a:gd name="connsiteY4" fmla="*/ 1705601 h 1705601"/>
                  <a:gd name="connsiteX0" fmla="*/ 0 w 6911778"/>
                  <a:gd name="connsiteY0" fmla="*/ 1691953 h 1705601"/>
                  <a:gd name="connsiteX1" fmla="*/ 74977 w 6911778"/>
                  <a:gd name="connsiteY1" fmla="*/ 887100 h 1705601"/>
                  <a:gd name="connsiteX2" fmla="*/ 6911778 w 6911778"/>
                  <a:gd name="connsiteY2" fmla="*/ 0 h 1705601"/>
                  <a:gd name="connsiteX3" fmla="*/ 6902063 w 6911778"/>
                  <a:gd name="connsiteY3" fmla="*/ 1705601 h 1705601"/>
                  <a:gd name="connsiteX4" fmla="*/ 0 w 6911778"/>
                  <a:gd name="connsiteY4" fmla="*/ 1691953 h 1705601"/>
                  <a:gd name="connsiteX0" fmla="*/ 354728 w 7266506"/>
                  <a:gd name="connsiteY0" fmla="*/ 1691953 h 1705601"/>
                  <a:gd name="connsiteX1" fmla="*/ 0 w 7266506"/>
                  <a:gd name="connsiteY1" fmla="*/ 996282 h 1705601"/>
                  <a:gd name="connsiteX2" fmla="*/ 7266506 w 7266506"/>
                  <a:gd name="connsiteY2" fmla="*/ 0 h 1705601"/>
                  <a:gd name="connsiteX3" fmla="*/ 7256791 w 7266506"/>
                  <a:gd name="connsiteY3" fmla="*/ 1705601 h 1705601"/>
                  <a:gd name="connsiteX4" fmla="*/ 354728 w 7266506"/>
                  <a:gd name="connsiteY4" fmla="*/ 1691953 h 1705601"/>
                  <a:gd name="connsiteX0" fmla="*/ 320772 w 7266506"/>
                  <a:gd name="connsiteY0" fmla="*/ 1709159 h 1709159"/>
                  <a:gd name="connsiteX1" fmla="*/ 0 w 7266506"/>
                  <a:gd name="connsiteY1" fmla="*/ 996282 h 1709159"/>
                  <a:gd name="connsiteX2" fmla="*/ 7266506 w 7266506"/>
                  <a:gd name="connsiteY2" fmla="*/ 0 h 1709159"/>
                  <a:gd name="connsiteX3" fmla="*/ 7256791 w 7266506"/>
                  <a:gd name="connsiteY3" fmla="*/ 1705601 h 1709159"/>
                  <a:gd name="connsiteX4" fmla="*/ 320772 w 7266506"/>
                  <a:gd name="connsiteY4" fmla="*/ 1709159 h 1709159"/>
                  <a:gd name="connsiteX0" fmla="*/ 320772 w 7266506"/>
                  <a:gd name="connsiteY0" fmla="*/ 1709159 h 1709159"/>
                  <a:gd name="connsiteX1" fmla="*/ 0 w 7266506"/>
                  <a:gd name="connsiteY1" fmla="*/ 996282 h 1709159"/>
                  <a:gd name="connsiteX2" fmla="*/ 7266506 w 7266506"/>
                  <a:gd name="connsiteY2" fmla="*/ 0 h 1709159"/>
                  <a:gd name="connsiteX3" fmla="*/ 7256792 w 7266506"/>
                  <a:gd name="connsiteY3" fmla="*/ 1008872 h 1709159"/>
                  <a:gd name="connsiteX4" fmla="*/ 320772 w 7266506"/>
                  <a:gd name="connsiteY4" fmla="*/ 1709159 h 1709159"/>
                  <a:gd name="connsiteX0" fmla="*/ 345 w 7266506"/>
                  <a:gd name="connsiteY0" fmla="*/ 1005796 h 1008872"/>
                  <a:gd name="connsiteX1" fmla="*/ 0 w 7266506"/>
                  <a:gd name="connsiteY1" fmla="*/ 996282 h 1008872"/>
                  <a:gd name="connsiteX2" fmla="*/ 7266506 w 7266506"/>
                  <a:gd name="connsiteY2" fmla="*/ 0 h 1008872"/>
                  <a:gd name="connsiteX3" fmla="*/ 7256792 w 7266506"/>
                  <a:gd name="connsiteY3" fmla="*/ 1008872 h 1008872"/>
                  <a:gd name="connsiteX4" fmla="*/ 345 w 7266506"/>
                  <a:gd name="connsiteY4" fmla="*/ 1005796 h 1008872"/>
                  <a:gd name="connsiteX0" fmla="*/ 345 w 7266506"/>
                  <a:gd name="connsiteY0" fmla="*/ 1005796 h 1005796"/>
                  <a:gd name="connsiteX1" fmla="*/ 0 w 7266506"/>
                  <a:gd name="connsiteY1" fmla="*/ 996282 h 1005796"/>
                  <a:gd name="connsiteX2" fmla="*/ 7266506 w 7266506"/>
                  <a:gd name="connsiteY2" fmla="*/ 0 h 1005796"/>
                  <a:gd name="connsiteX3" fmla="*/ 7248781 w 7266506"/>
                  <a:gd name="connsiteY3" fmla="*/ 995601 h 1005796"/>
                  <a:gd name="connsiteX4" fmla="*/ 345 w 7266506"/>
                  <a:gd name="connsiteY4" fmla="*/ 1005796 h 1005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6506" h="1005796">
                    <a:moveTo>
                      <a:pt x="345" y="1005796"/>
                    </a:moveTo>
                    <a:lnTo>
                      <a:pt x="0" y="996282"/>
                    </a:lnTo>
                    <a:lnTo>
                      <a:pt x="7266506" y="0"/>
                    </a:lnTo>
                    <a:cubicBezTo>
                      <a:pt x="7263268" y="568534"/>
                      <a:pt x="7252019" y="427067"/>
                      <a:pt x="7248781" y="995601"/>
                    </a:cubicBezTo>
                    <a:lnTo>
                      <a:pt x="345" y="1005796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2" name="Trapezoid 11"/>
              <p:cNvSpPr/>
              <p:nvPr userDrawn="1"/>
            </p:nvSpPr>
            <p:spPr>
              <a:xfrm rot="5706198" flipH="1">
                <a:off x="-51453" y="4866551"/>
                <a:ext cx="2040458" cy="2139780"/>
              </a:xfrm>
              <a:custGeom>
                <a:avLst/>
                <a:gdLst>
                  <a:gd name="connsiteX0" fmla="*/ 0 w 4694555"/>
                  <a:gd name="connsiteY0" fmla="*/ 1910080 h 1910080"/>
                  <a:gd name="connsiteX1" fmla="*/ 477520 w 4694555"/>
                  <a:gd name="connsiteY1" fmla="*/ 0 h 1910080"/>
                  <a:gd name="connsiteX2" fmla="*/ 4217035 w 4694555"/>
                  <a:gd name="connsiteY2" fmla="*/ 0 h 1910080"/>
                  <a:gd name="connsiteX3" fmla="*/ 4694555 w 4694555"/>
                  <a:gd name="connsiteY3" fmla="*/ 1910080 h 1910080"/>
                  <a:gd name="connsiteX4" fmla="*/ 0 w 4694555"/>
                  <a:gd name="connsiteY4" fmla="*/ 1910080 h 1910080"/>
                  <a:gd name="connsiteX0" fmla="*/ 0 w 4694555"/>
                  <a:gd name="connsiteY0" fmla="*/ 1910080 h 1910080"/>
                  <a:gd name="connsiteX1" fmla="*/ 0 w 4694555"/>
                  <a:gd name="connsiteY1" fmla="*/ 641444 h 1910080"/>
                  <a:gd name="connsiteX2" fmla="*/ 4217035 w 4694555"/>
                  <a:gd name="connsiteY2" fmla="*/ 0 h 1910080"/>
                  <a:gd name="connsiteX3" fmla="*/ 4694555 w 4694555"/>
                  <a:gd name="connsiteY3" fmla="*/ 1910080 h 1910080"/>
                  <a:gd name="connsiteX4" fmla="*/ 0 w 4694555"/>
                  <a:gd name="connsiteY4" fmla="*/ 1910080 h 1910080"/>
                  <a:gd name="connsiteX0" fmla="*/ 0 w 4694555"/>
                  <a:gd name="connsiteY0" fmla="*/ 1896432 h 1896432"/>
                  <a:gd name="connsiteX1" fmla="*/ 0 w 4694555"/>
                  <a:gd name="connsiteY1" fmla="*/ 627796 h 1896432"/>
                  <a:gd name="connsiteX2" fmla="*/ 2770372 w 4694555"/>
                  <a:gd name="connsiteY2" fmla="*/ 0 h 1896432"/>
                  <a:gd name="connsiteX3" fmla="*/ 4694555 w 4694555"/>
                  <a:gd name="connsiteY3" fmla="*/ 1896432 h 1896432"/>
                  <a:gd name="connsiteX4" fmla="*/ 0 w 4694555"/>
                  <a:gd name="connsiteY4" fmla="*/ 1896432 h 1896432"/>
                  <a:gd name="connsiteX0" fmla="*/ 0 w 4721850"/>
                  <a:gd name="connsiteY0" fmla="*/ 1896432 h 1896432"/>
                  <a:gd name="connsiteX1" fmla="*/ 0 w 4721850"/>
                  <a:gd name="connsiteY1" fmla="*/ 627796 h 1896432"/>
                  <a:gd name="connsiteX2" fmla="*/ 2770372 w 4721850"/>
                  <a:gd name="connsiteY2" fmla="*/ 0 h 1896432"/>
                  <a:gd name="connsiteX3" fmla="*/ 4721850 w 4721850"/>
                  <a:gd name="connsiteY3" fmla="*/ 1896432 h 1896432"/>
                  <a:gd name="connsiteX4" fmla="*/ 0 w 4721850"/>
                  <a:gd name="connsiteY4" fmla="*/ 1896432 h 1896432"/>
                  <a:gd name="connsiteX0" fmla="*/ 0 w 4721850"/>
                  <a:gd name="connsiteY0" fmla="*/ 2162454 h 2162454"/>
                  <a:gd name="connsiteX1" fmla="*/ 0 w 4721850"/>
                  <a:gd name="connsiteY1" fmla="*/ 893818 h 2162454"/>
                  <a:gd name="connsiteX2" fmla="*/ 2404095 w 4721850"/>
                  <a:gd name="connsiteY2" fmla="*/ 0 h 2162454"/>
                  <a:gd name="connsiteX3" fmla="*/ 4721850 w 4721850"/>
                  <a:gd name="connsiteY3" fmla="*/ 2162454 h 2162454"/>
                  <a:gd name="connsiteX4" fmla="*/ 0 w 4721850"/>
                  <a:gd name="connsiteY4" fmla="*/ 2162454 h 2162454"/>
                  <a:gd name="connsiteX0" fmla="*/ 0 w 4721850"/>
                  <a:gd name="connsiteY0" fmla="*/ 2162454 h 2162454"/>
                  <a:gd name="connsiteX1" fmla="*/ 261625 w 4721850"/>
                  <a:gd name="connsiteY1" fmla="*/ 1333258 h 2162454"/>
                  <a:gd name="connsiteX2" fmla="*/ 2404095 w 4721850"/>
                  <a:gd name="connsiteY2" fmla="*/ 0 h 2162454"/>
                  <a:gd name="connsiteX3" fmla="*/ 4721850 w 4721850"/>
                  <a:gd name="connsiteY3" fmla="*/ 2162454 h 2162454"/>
                  <a:gd name="connsiteX4" fmla="*/ 0 w 4721850"/>
                  <a:gd name="connsiteY4" fmla="*/ 2162454 h 2162454"/>
                  <a:gd name="connsiteX0" fmla="*/ 0 w 4721850"/>
                  <a:gd name="connsiteY0" fmla="*/ 2162454 h 2162454"/>
                  <a:gd name="connsiteX1" fmla="*/ 0 w 4721850"/>
                  <a:gd name="connsiteY1" fmla="*/ 951639 h 2162454"/>
                  <a:gd name="connsiteX2" fmla="*/ 2404095 w 4721850"/>
                  <a:gd name="connsiteY2" fmla="*/ 0 h 2162454"/>
                  <a:gd name="connsiteX3" fmla="*/ 4721850 w 4721850"/>
                  <a:gd name="connsiteY3" fmla="*/ 2162454 h 2162454"/>
                  <a:gd name="connsiteX4" fmla="*/ 0 w 4721850"/>
                  <a:gd name="connsiteY4" fmla="*/ 2162454 h 2162454"/>
                  <a:gd name="connsiteX0" fmla="*/ 0 w 5506727"/>
                  <a:gd name="connsiteY0" fmla="*/ 2162454 h 2162454"/>
                  <a:gd name="connsiteX1" fmla="*/ 0 w 5506727"/>
                  <a:gd name="connsiteY1" fmla="*/ 951639 h 2162454"/>
                  <a:gd name="connsiteX2" fmla="*/ 2404095 w 5506727"/>
                  <a:gd name="connsiteY2" fmla="*/ 0 h 2162454"/>
                  <a:gd name="connsiteX3" fmla="*/ 5506727 w 5506727"/>
                  <a:gd name="connsiteY3" fmla="*/ 2150890 h 2162454"/>
                  <a:gd name="connsiteX4" fmla="*/ 0 w 5506727"/>
                  <a:gd name="connsiteY4" fmla="*/ 2162454 h 2162454"/>
                  <a:gd name="connsiteX0" fmla="*/ 0 w 5506727"/>
                  <a:gd name="connsiteY0" fmla="*/ 2162454 h 2162454"/>
                  <a:gd name="connsiteX1" fmla="*/ 0 w 5506727"/>
                  <a:gd name="connsiteY1" fmla="*/ 951639 h 2162454"/>
                  <a:gd name="connsiteX2" fmla="*/ 2404095 w 5506727"/>
                  <a:gd name="connsiteY2" fmla="*/ 0 h 2162454"/>
                  <a:gd name="connsiteX3" fmla="*/ 5506727 w 5506727"/>
                  <a:gd name="connsiteY3" fmla="*/ 2162454 h 2162454"/>
                  <a:gd name="connsiteX4" fmla="*/ 0 w 5506727"/>
                  <a:gd name="connsiteY4" fmla="*/ 2162454 h 2162454"/>
                  <a:gd name="connsiteX0" fmla="*/ 0 w 5199376"/>
                  <a:gd name="connsiteY0" fmla="*/ 2162454 h 2164273"/>
                  <a:gd name="connsiteX1" fmla="*/ 0 w 5199376"/>
                  <a:gd name="connsiteY1" fmla="*/ 951639 h 2164273"/>
                  <a:gd name="connsiteX2" fmla="*/ 2404095 w 5199376"/>
                  <a:gd name="connsiteY2" fmla="*/ 0 h 2164273"/>
                  <a:gd name="connsiteX3" fmla="*/ 5199376 w 5199376"/>
                  <a:gd name="connsiteY3" fmla="*/ 2164273 h 2164273"/>
                  <a:gd name="connsiteX4" fmla="*/ 0 w 5199376"/>
                  <a:gd name="connsiteY4" fmla="*/ 2162454 h 2164273"/>
                  <a:gd name="connsiteX0" fmla="*/ 0 w 5199376"/>
                  <a:gd name="connsiteY0" fmla="*/ 2147738 h 2149557"/>
                  <a:gd name="connsiteX1" fmla="*/ 0 w 5199376"/>
                  <a:gd name="connsiteY1" fmla="*/ 936923 h 2149557"/>
                  <a:gd name="connsiteX2" fmla="*/ 2735058 w 5199376"/>
                  <a:gd name="connsiteY2" fmla="*/ 0 h 2149557"/>
                  <a:gd name="connsiteX3" fmla="*/ 5199376 w 5199376"/>
                  <a:gd name="connsiteY3" fmla="*/ 2149557 h 2149557"/>
                  <a:gd name="connsiteX4" fmla="*/ 0 w 5199376"/>
                  <a:gd name="connsiteY4" fmla="*/ 2147738 h 2149557"/>
                  <a:gd name="connsiteX0" fmla="*/ 0 w 5199376"/>
                  <a:gd name="connsiteY0" fmla="*/ 2147738 h 2149557"/>
                  <a:gd name="connsiteX1" fmla="*/ 0 w 5199376"/>
                  <a:gd name="connsiteY1" fmla="*/ 936923 h 2149557"/>
                  <a:gd name="connsiteX2" fmla="*/ 3018742 w 5199376"/>
                  <a:gd name="connsiteY2" fmla="*/ 0 h 2149557"/>
                  <a:gd name="connsiteX3" fmla="*/ 5199376 w 5199376"/>
                  <a:gd name="connsiteY3" fmla="*/ 2149557 h 2149557"/>
                  <a:gd name="connsiteX4" fmla="*/ 0 w 5199376"/>
                  <a:gd name="connsiteY4" fmla="*/ 2147738 h 2149557"/>
                  <a:gd name="connsiteX0" fmla="*/ 0 w 5199376"/>
                  <a:gd name="connsiteY0" fmla="*/ 2147738 h 2149557"/>
                  <a:gd name="connsiteX1" fmla="*/ 0 w 5199376"/>
                  <a:gd name="connsiteY1" fmla="*/ 848615 h 2149557"/>
                  <a:gd name="connsiteX2" fmla="*/ 3018742 w 5199376"/>
                  <a:gd name="connsiteY2" fmla="*/ 0 h 2149557"/>
                  <a:gd name="connsiteX3" fmla="*/ 5199376 w 5199376"/>
                  <a:gd name="connsiteY3" fmla="*/ 2149557 h 2149557"/>
                  <a:gd name="connsiteX4" fmla="*/ 0 w 5199376"/>
                  <a:gd name="connsiteY4" fmla="*/ 2147738 h 2149557"/>
                  <a:gd name="connsiteX0" fmla="*/ 0 w 6610786"/>
                  <a:gd name="connsiteY0" fmla="*/ 2147738 h 2166780"/>
                  <a:gd name="connsiteX1" fmla="*/ 0 w 6610786"/>
                  <a:gd name="connsiteY1" fmla="*/ 848615 h 2166780"/>
                  <a:gd name="connsiteX2" fmla="*/ 3018742 w 6610786"/>
                  <a:gd name="connsiteY2" fmla="*/ 0 h 2166780"/>
                  <a:gd name="connsiteX3" fmla="*/ 6610785 w 6610786"/>
                  <a:gd name="connsiteY3" fmla="*/ 2166780 h 2166780"/>
                  <a:gd name="connsiteX4" fmla="*/ 0 w 6610786"/>
                  <a:gd name="connsiteY4" fmla="*/ 2147738 h 2166780"/>
                  <a:gd name="connsiteX0" fmla="*/ 0 w 6610786"/>
                  <a:gd name="connsiteY0" fmla="*/ 2147738 h 2166780"/>
                  <a:gd name="connsiteX1" fmla="*/ 0 w 6610786"/>
                  <a:gd name="connsiteY1" fmla="*/ 873811 h 2166780"/>
                  <a:gd name="connsiteX2" fmla="*/ 3018742 w 6610786"/>
                  <a:gd name="connsiteY2" fmla="*/ 0 h 2166780"/>
                  <a:gd name="connsiteX3" fmla="*/ 6610785 w 6610786"/>
                  <a:gd name="connsiteY3" fmla="*/ 2166780 h 2166780"/>
                  <a:gd name="connsiteX4" fmla="*/ 0 w 6610786"/>
                  <a:gd name="connsiteY4" fmla="*/ 2147738 h 2166780"/>
                  <a:gd name="connsiteX0" fmla="*/ 0 w 6016398"/>
                  <a:gd name="connsiteY0" fmla="*/ 2147738 h 2147738"/>
                  <a:gd name="connsiteX1" fmla="*/ 0 w 6016398"/>
                  <a:gd name="connsiteY1" fmla="*/ 873811 h 2147738"/>
                  <a:gd name="connsiteX2" fmla="*/ 3018742 w 6016398"/>
                  <a:gd name="connsiteY2" fmla="*/ 0 h 2147738"/>
                  <a:gd name="connsiteX3" fmla="*/ 6016398 w 6016398"/>
                  <a:gd name="connsiteY3" fmla="*/ 1799271 h 2147738"/>
                  <a:gd name="connsiteX4" fmla="*/ 0 w 6016398"/>
                  <a:gd name="connsiteY4" fmla="*/ 2147738 h 2147738"/>
                  <a:gd name="connsiteX0" fmla="*/ 0 w 6016398"/>
                  <a:gd name="connsiteY0" fmla="*/ 2147738 h 2147738"/>
                  <a:gd name="connsiteX1" fmla="*/ 546559 w 6016398"/>
                  <a:gd name="connsiteY1" fmla="*/ 713384 h 2147738"/>
                  <a:gd name="connsiteX2" fmla="*/ 3018742 w 6016398"/>
                  <a:gd name="connsiteY2" fmla="*/ 0 h 2147738"/>
                  <a:gd name="connsiteX3" fmla="*/ 6016398 w 6016398"/>
                  <a:gd name="connsiteY3" fmla="*/ 1799271 h 2147738"/>
                  <a:gd name="connsiteX4" fmla="*/ 0 w 6016398"/>
                  <a:gd name="connsiteY4" fmla="*/ 2147738 h 2147738"/>
                  <a:gd name="connsiteX0" fmla="*/ -1 w 5739250"/>
                  <a:gd name="connsiteY0" fmla="*/ 1649439 h 1799271"/>
                  <a:gd name="connsiteX1" fmla="*/ 269411 w 5739250"/>
                  <a:gd name="connsiteY1" fmla="*/ 713384 h 1799271"/>
                  <a:gd name="connsiteX2" fmla="*/ 2741594 w 5739250"/>
                  <a:gd name="connsiteY2" fmla="*/ 0 h 1799271"/>
                  <a:gd name="connsiteX3" fmla="*/ 5739250 w 5739250"/>
                  <a:gd name="connsiteY3" fmla="*/ 1799271 h 1799271"/>
                  <a:gd name="connsiteX4" fmla="*/ -1 w 5739250"/>
                  <a:gd name="connsiteY4" fmla="*/ 1649439 h 1799271"/>
                  <a:gd name="connsiteX0" fmla="*/ -1 w 5737772"/>
                  <a:gd name="connsiteY0" fmla="*/ 1644317 h 1799271"/>
                  <a:gd name="connsiteX1" fmla="*/ 267933 w 5737772"/>
                  <a:gd name="connsiteY1" fmla="*/ 713384 h 1799271"/>
                  <a:gd name="connsiteX2" fmla="*/ 2740116 w 5737772"/>
                  <a:gd name="connsiteY2" fmla="*/ 0 h 1799271"/>
                  <a:gd name="connsiteX3" fmla="*/ 5737772 w 5737772"/>
                  <a:gd name="connsiteY3" fmla="*/ 1799271 h 1799271"/>
                  <a:gd name="connsiteX4" fmla="*/ -1 w 5737772"/>
                  <a:gd name="connsiteY4" fmla="*/ 1644317 h 1799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37772" h="1799271">
                    <a:moveTo>
                      <a:pt x="-1" y="1644317"/>
                    </a:moveTo>
                    <a:lnTo>
                      <a:pt x="267933" y="713384"/>
                    </a:lnTo>
                    <a:lnTo>
                      <a:pt x="2740116" y="0"/>
                    </a:lnTo>
                    <a:lnTo>
                      <a:pt x="5737772" y="1799271"/>
                    </a:lnTo>
                    <a:lnTo>
                      <a:pt x="-1" y="1644317"/>
                    </a:lnTo>
                    <a:close/>
                  </a:path>
                </a:pathLst>
              </a:custGeom>
              <a:solidFill>
                <a:srgbClr val="FFFF00">
                  <a:alpha val="50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3" name="Trapezoid 11"/>
              <p:cNvSpPr/>
              <p:nvPr userDrawn="1"/>
            </p:nvSpPr>
            <p:spPr>
              <a:xfrm rot="5400000" flipH="1">
                <a:off x="14666" y="5388297"/>
                <a:ext cx="1475851" cy="1511501"/>
              </a:xfrm>
              <a:custGeom>
                <a:avLst/>
                <a:gdLst>
                  <a:gd name="connsiteX0" fmla="*/ 0 w 4694555"/>
                  <a:gd name="connsiteY0" fmla="*/ 1910080 h 1910080"/>
                  <a:gd name="connsiteX1" fmla="*/ 477520 w 4694555"/>
                  <a:gd name="connsiteY1" fmla="*/ 0 h 1910080"/>
                  <a:gd name="connsiteX2" fmla="*/ 4217035 w 4694555"/>
                  <a:gd name="connsiteY2" fmla="*/ 0 h 1910080"/>
                  <a:gd name="connsiteX3" fmla="*/ 4694555 w 4694555"/>
                  <a:gd name="connsiteY3" fmla="*/ 1910080 h 1910080"/>
                  <a:gd name="connsiteX4" fmla="*/ 0 w 4694555"/>
                  <a:gd name="connsiteY4" fmla="*/ 1910080 h 1910080"/>
                  <a:gd name="connsiteX0" fmla="*/ 0 w 4694555"/>
                  <a:gd name="connsiteY0" fmla="*/ 1910080 h 1910080"/>
                  <a:gd name="connsiteX1" fmla="*/ 0 w 4694555"/>
                  <a:gd name="connsiteY1" fmla="*/ 641444 h 1910080"/>
                  <a:gd name="connsiteX2" fmla="*/ 4217035 w 4694555"/>
                  <a:gd name="connsiteY2" fmla="*/ 0 h 1910080"/>
                  <a:gd name="connsiteX3" fmla="*/ 4694555 w 4694555"/>
                  <a:gd name="connsiteY3" fmla="*/ 1910080 h 1910080"/>
                  <a:gd name="connsiteX4" fmla="*/ 0 w 4694555"/>
                  <a:gd name="connsiteY4" fmla="*/ 1910080 h 1910080"/>
                  <a:gd name="connsiteX0" fmla="*/ 0 w 4694555"/>
                  <a:gd name="connsiteY0" fmla="*/ 1896432 h 1896432"/>
                  <a:gd name="connsiteX1" fmla="*/ 0 w 4694555"/>
                  <a:gd name="connsiteY1" fmla="*/ 627796 h 1896432"/>
                  <a:gd name="connsiteX2" fmla="*/ 2770372 w 4694555"/>
                  <a:gd name="connsiteY2" fmla="*/ 0 h 1896432"/>
                  <a:gd name="connsiteX3" fmla="*/ 4694555 w 4694555"/>
                  <a:gd name="connsiteY3" fmla="*/ 1896432 h 1896432"/>
                  <a:gd name="connsiteX4" fmla="*/ 0 w 4694555"/>
                  <a:gd name="connsiteY4" fmla="*/ 1896432 h 1896432"/>
                  <a:gd name="connsiteX0" fmla="*/ 0 w 4721850"/>
                  <a:gd name="connsiteY0" fmla="*/ 1896432 h 1896432"/>
                  <a:gd name="connsiteX1" fmla="*/ 0 w 4721850"/>
                  <a:gd name="connsiteY1" fmla="*/ 627796 h 1896432"/>
                  <a:gd name="connsiteX2" fmla="*/ 2770372 w 4721850"/>
                  <a:gd name="connsiteY2" fmla="*/ 0 h 1896432"/>
                  <a:gd name="connsiteX3" fmla="*/ 4721850 w 4721850"/>
                  <a:gd name="connsiteY3" fmla="*/ 1896432 h 1896432"/>
                  <a:gd name="connsiteX4" fmla="*/ 0 w 4721850"/>
                  <a:gd name="connsiteY4" fmla="*/ 1896432 h 1896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21850" h="1896432">
                    <a:moveTo>
                      <a:pt x="0" y="1896432"/>
                    </a:moveTo>
                    <a:lnTo>
                      <a:pt x="0" y="627796"/>
                    </a:lnTo>
                    <a:lnTo>
                      <a:pt x="2770372" y="0"/>
                    </a:lnTo>
                    <a:lnTo>
                      <a:pt x="4721850" y="1896432"/>
                    </a:lnTo>
                    <a:lnTo>
                      <a:pt x="0" y="1896432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14" name="Isosceles Triangle 6"/>
              <p:cNvSpPr/>
              <p:nvPr userDrawn="1"/>
            </p:nvSpPr>
            <p:spPr>
              <a:xfrm>
                <a:off x="596084" y="6017434"/>
                <a:ext cx="908837" cy="865173"/>
              </a:xfrm>
              <a:custGeom>
                <a:avLst/>
                <a:gdLst>
                  <a:gd name="connsiteX0" fmla="*/ 0 w 457200"/>
                  <a:gd name="connsiteY0" fmla="*/ 1209675 h 1209675"/>
                  <a:gd name="connsiteX1" fmla="*/ 228600 w 457200"/>
                  <a:gd name="connsiteY1" fmla="*/ 0 h 1209675"/>
                  <a:gd name="connsiteX2" fmla="*/ 457200 w 457200"/>
                  <a:gd name="connsiteY2" fmla="*/ 1209675 h 1209675"/>
                  <a:gd name="connsiteX3" fmla="*/ 0 w 457200"/>
                  <a:gd name="connsiteY3" fmla="*/ 1209675 h 1209675"/>
                  <a:gd name="connsiteX0" fmla="*/ 0 w 1014412"/>
                  <a:gd name="connsiteY0" fmla="*/ 1000122 h 1000122"/>
                  <a:gd name="connsiteX1" fmla="*/ 1014412 w 1014412"/>
                  <a:gd name="connsiteY1" fmla="*/ 0 h 1000122"/>
                  <a:gd name="connsiteX2" fmla="*/ 457200 w 1014412"/>
                  <a:gd name="connsiteY2" fmla="*/ 1000122 h 1000122"/>
                  <a:gd name="connsiteX3" fmla="*/ 0 w 1014412"/>
                  <a:gd name="connsiteY3" fmla="*/ 1000122 h 1000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4412" h="1000122">
                    <a:moveTo>
                      <a:pt x="0" y="1000122"/>
                    </a:moveTo>
                    <a:lnTo>
                      <a:pt x="1014412" y="0"/>
                    </a:lnTo>
                    <a:lnTo>
                      <a:pt x="457200" y="1000122"/>
                    </a:lnTo>
                    <a:lnTo>
                      <a:pt x="0" y="1000122"/>
                    </a:lnTo>
                    <a:close/>
                  </a:path>
                </a:pathLst>
              </a:cu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031" y="288359"/>
              <a:ext cx="696298" cy="688107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70121" y="40561"/>
            <a:ext cx="5438103" cy="6468417"/>
          </a:xfrm>
          <a:prstGeom prst="rect">
            <a:avLst/>
          </a:prstGeom>
        </p:spPr>
      </p:pic>
      <p:grpSp>
        <p:nvGrpSpPr>
          <p:cNvPr id="52" name="Group 51"/>
          <p:cNvGrpSpPr/>
          <p:nvPr userDrawn="1"/>
        </p:nvGrpSpPr>
        <p:grpSpPr>
          <a:xfrm>
            <a:off x="0" y="5705818"/>
            <a:ext cx="12254006" cy="1282015"/>
            <a:chOff x="0" y="5705818"/>
            <a:chExt cx="12254006" cy="1282015"/>
          </a:xfrm>
        </p:grpSpPr>
        <p:sp>
          <p:nvSpPr>
            <p:cNvPr id="53" name="Trapezoid 13"/>
            <p:cNvSpPr/>
            <p:nvPr userDrawn="1"/>
          </p:nvSpPr>
          <p:spPr>
            <a:xfrm>
              <a:off x="0" y="6455121"/>
              <a:ext cx="12186372" cy="424518"/>
            </a:xfrm>
            <a:custGeom>
              <a:avLst/>
              <a:gdLst>
                <a:gd name="connsiteX0" fmla="*/ 0 w 7383145"/>
                <a:gd name="connsiteY0" fmla="*/ 1678305 h 1678305"/>
                <a:gd name="connsiteX1" fmla="*/ 419576 w 7383145"/>
                <a:gd name="connsiteY1" fmla="*/ 0 h 1678305"/>
                <a:gd name="connsiteX2" fmla="*/ 6963569 w 7383145"/>
                <a:gd name="connsiteY2" fmla="*/ 0 h 1678305"/>
                <a:gd name="connsiteX3" fmla="*/ 7383145 w 7383145"/>
                <a:gd name="connsiteY3" fmla="*/ 1678305 h 1678305"/>
                <a:gd name="connsiteX4" fmla="*/ 0 w 7383145"/>
                <a:gd name="connsiteY4" fmla="*/ 1678305 h 1678305"/>
                <a:gd name="connsiteX0" fmla="*/ 0 w 7392860"/>
                <a:gd name="connsiteY0" fmla="*/ 1705601 h 1705601"/>
                <a:gd name="connsiteX1" fmla="*/ 419576 w 7392860"/>
                <a:gd name="connsiteY1" fmla="*/ 27296 h 1705601"/>
                <a:gd name="connsiteX2" fmla="*/ 7392860 w 7392860"/>
                <a:gd name="connsiteY2" fmla="*/ 0 h 1705601"/>
                <a:gd name="connsiteX3" fmla="*/ 7383145 w 7392860"/>
                <a:gd name="connsiteY3" fmla="*/ 1705601 h 1705601"/>
                <a:gd name="connsiteX4" fmla="*/ 0 w 7392860"/>
                <a:gd name="connsiteY4" fmla="*/ 1705601 h 1705601"/>
                <a:gd name="connsiteX0" fmla="*/ 0 w 7392860"/>
                <a:gd name="connsiteY0" fmla="*/ 1705601 h 1705601"/>
                <a:gd name="connsiteX1" fmla="*/ 119317 w 7392860"/>
                <a:gd name="connsiteY1" fmla="*/ 477669 h 1705601"/>
                <a:gd name="connsiteX2" fmla="*/ 7392860 w 7392860"/>
                <a:gd name="connsiteY2" fmla="*/ 0 h 1705601"/>
                <a:gd name="connsiteX3" fmla="*/ 7383145 w 7392860"/>
                <a:gd name="connsiteY3" fmla="*/ 1705601 h 1705601"/>
                <a:gd name="connsiteX4" fmla="*/ 0 w 7392860"/>
                <a:gd name="connsiteY4" fmla="*/ 1705601 h 1705601"/>
                <a:gd name="connsiteX0" fmla="*/ 2842324 w 7273543"/>
                <a:gd name="connsiteY0" fmla="*/ 1378057 h 1705601"/>
                <a:gd name="connsiteX1" fmla="*/ 0 w 7273543"/>
                <a:gd name="connsiteY1" fmla="*/ 477669 h 1705601"/>
                <a:gd name="connsiteX2" fmla="*/ 7273543 w 7273543"/>
                <a:gd name="connsiteY2" fmla="*/ 0 h 1705601"/>
                <a:gd name="connsiteX3" fmla="*/ 7263828 w 7273543"/>
                <a:gd name="connsiteY3" fmla="*/ 1705601 h 1705601"/>
                <a:gd name="connsiteX4" fmla="*/ 2842324 w 7273543"/>
                <a:gd name="connsiteY4" fmla="*/ 1378057 h 1705601"/>
                <a:gd name="connsiteX0" fmla="*/ 1259129 w 7273543"/>
                <a:gd name="connsiteY0" fmla="*/ 1705601 h 1705601"/>
                <a:gd name="connsiteX1" fmla="*/ 0 w 7273543"/>
                <a:gd name="connsiteY1" fmla="*/ 477669 h 1705601"/>
                <a:gd name="connsiteX2" fmla="*/ 7273543 w 7273543"/>
                <a:gd name="connsiteY2" fmla="*/ 0 h 1705601"/>
                <a:gd name="connsiteX3" fmla="*/ 7263828 w 7273543"/>
                <a:gd name="connsiteY3" fmla="*/ 1705601 h 1705601"/>
                <a:gd name="connsiteX4" fmla="*/ 1259129 w 7273543"/>
                <a:gd name="connsiteY4" fmla="*/ 1705601 h 1705601"/>
                <a:gd name="connsiteX0" fmla="*/ 890627 w 6905041"/>
                <a:gd name="connsiteY0" fmla="*/ 1705601 h 1705601"/>
                <a:gd name="connsiteX1" fmla="*/ 0 w 6905041"/>
                <a:gd name="connsiteY1" fmla="*/ 859805 h 1705601"/>
                <a:gd name="connsiteX2" fmla="*/ 6905041 w 6905041"/>
                <a:gd name="connsiteY2" fmla="*/ 0 h 1705601"/>
                <a:gd name="connsiteX3" fmla="*/ 6895326 w 6905041"/>
                <a:gd name="connsiteY3" fmla="*/ 1705601 h 1705601"/>
                <a:gd name="connsiteX4" fmla="*/ 890627 w 6905041"/>
                <a:gd name="connsiteY4" fmla="*/ 1705601 h 1705601"/>
                <a:gd name="connsiteX0" fmla="*/ 822387 w 6836801"/>
                <a:gd name="connsiteY0" fmla="*/ 1705601 h 1705601"/>
                <a:gd name="connsiteX1" fmla="*/ 0 w 6836801"/>
                <a:gd name="connsiteY1" fmla="*/ 887100 h 1705601"/>
                <a:gd name="connsiteX2" fmla="*/ 6836801 w 6836801"/>
                <a:gd name="connsiteY2" fmla="*/ 0 h 1705601"/>
                <a:gd name="connsiteX3" fmla="*/ 6827086 w 6836801"/>
                <a:gd name="connsiteY3" fmla="*/ 1705601 h 1705601"/>
                <a:gd name="connsiteX4" fmla="*/ 822387 w 6836801"/>
                <a:gd name="connsiteY4" fmla="*/ 1705601 h 1705601"/>
                <a:gd name="connsiteX0" fmla="*/ 0 w 6911778"/>
                <a:gd name="connsiteY0" fmla="*/ 1691953 h 1705601"/>
                <a:gd name="connsiteX1" fmla="*/ 74977 w 6911778"/>
                <a:gd name="connsiteY1" fmla="*/ 887100 h 1705601"/>
                <a:gd name="connsiteX2" fmla="*/ 6911778 w 6911778"/>
                <a:gd name="connsiteY2" fmla="*/ 0 h 1705601"/>
                <a:gd name="connsiteX3" fmla="*/ 6902063 w 6911778"/>
                <a:gd name="connsiteY3" fmla="*/ 1705601 h 1705601"/>
                <a:gd name="connsiteX4" fmla="*/ 0 w 6911778"/>
                <a:gd name="connsiteY4" fmla="*/ 1691953 h 1705601"/>
                <a:gd name="connsiteX0" fmla="*/ 354728 w 7266506"/>
                <a:gd name="connsiteY0" fmla="*/ 1691953 h 1705601"/>
                <a:gd name="connsiteX1" fmla="*/ 0 w 7266506"/>
                <a:gd name="connsiteY1" fmla="*/ 996282 h 1705601"/>
                <a:gd name="connsiteX2" fmla="*/ 7266506 w 7266506"/>
                <a:gd name="connsiteY2" fmla="*/ 0 h 1705601"/>
                <a:gd name="connsiteX3" fmla="*/ 7256791 w 7266506"/>
                <a:gd name="connsiteY3" fmla="*/ 1705601 h 1705601"/>
                <a:gd name="connsiteX4" fmla="*/ 354728 w 7266506"/>
                <a:gd name="connsiteY4" fmla="*/ 1691953 h 1705601"/>
                <a:gd name="connsiteX0" fmla="*/ 320772 w 7266506"/>
                <a:gd name="connsiteY0" fmla="*/ 1709159 h 1709159"/>
                <a:gd name="connsiteX1" fmla="*/ 0 w 7266506"/>
                <a:gd name="connsiteY1" fmla="*/ 996282 h 1709159"/>
                <a:gd name="connsiteX2" fmla="*/ 7266506 w 7266506"/>
                <a:gd name="connsiteY2" fmla="*/ 0 h 1709159"/>
                <a:gd name="connsiteX3" fmla="*/ 7256791 w 7266506"/>
                <a:gd name="connsiteY3" fmla="*/ 1705601 h 1709159"/>
                <a:gd name="connsiteX4" fmla="*/ 320772 w 7266506"/>
                <a:gd name="connsiteY4" fmla="*/ 1709159 h 1709159"/>
                <a:gd name="connsiteX0" fmla="*/ 320772 w 7266506"/>
                <a:gd name="connsiteY0" fmla="*/ 1709159 h 1709159"/>
                <a:gd name="connsiteX1" fmla="*/ 0 w 7266506"/>
                <a:gd name="connsiteY1" fmla="*/ 996282 h 1709159"/>
                <a:gd name="connsiteX2" fmla="*/ 7266506 w 7266506"/>
                <a:gd name="connsiteY2" fmla="*/ 0 h 1709159"/>
                <a:gd name="connsiteX3" fmla="*/ 7256792 w 7266506"/>
                <a:gd name="connsiteY3" fmla="*/ 1008872 h 1709159"/>
                <a:gd name="connsiteX4" fmla="*/ 320772 w 7266506"/>
                <a:gd name="connsiteY4" fmla="*/ 1709159 h 1709159"/>
                <a:gd name="connsiteX0" fmla="*/ 345 w 7266506"/>
                <a:gd name="connsiteY0" fmla="*/ 1005796 h 1008872"/>
                <a:gd name="connsiteX1" fmla="*/ 0 w 7266506"/>
                <a:gd name="connsiteY1" fmla="*/ 996282 h 1008872"/>
                <a:gd name="connsiteX2" fmla="*/ 7266506 w 7266506"/>
                <a:gd name="connsiteY2" fmla="*/ 0 h 1008872"/>
                <a:gd name="connsiteX3" fmla="*/ 7256792 w 7266506"/>
                <a:gd name="connsiteY3" fmla="*/ 1008872 h 1008872"/>
                <a:gd name="connsiteX4" fmla="*/ 345 w 7266506"/>
                <a:gd name="connsiteY4" fmla="*/ 1005796 h 1008872"/>
                <a:gd name="connsiteX0" fmla="*/ 345 w 7266506"/>
                <a:gd name="connsiteY0" fmla="*/ 1005796 h 1005796"/>
                <a:gd name="connsiteX1" fmla="*/ 0 w 7266506"/>
                <a:gd name="connsiteY1" fmla="*/ 996282 h 1005796"/>
                <a:gd name="connsiteX2" fmla="*/ 7266506 w 7266506"/>
                <a:gd name="connsiteY2" fmla="*/ 0 h 1005796"/>
                <a:gd name="connsiteX3" fmla="*/ 7248781 w 7266506"/>
                <a:gd name="connsiteY3" fmla="*/ 995601 h 1005796"/>
                <a:gd name="connsiteX4" fmla="*/ 345 w 7266506"/>
                <a:gd name="connsiteY4" fmla="*/ 1005796 h 1005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66506" h="1005796">
                  <a:moveTo>
                    <a:pt x="345" y="1005796"/>
                  </a:moveTo>
                  <a:lnTo>
                    <a:pt x="0" y="996282"/>
                  </a:lnTo>
                  <a:lnTo>
                    <a:pt x="7266506" y="0"/>
                  </a:lnTo>
                  <a:cubicBezTo>
                    <a:pt x="7263268" y="568534"/>
                    <a:pt x="7252019" y="427067"/>
                    <a:pt x="7248781" y="995601"/>
                  </a:cubicBezTo>
                  <a:lnTo>
                    <a:pt x="345" y="1005796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4" name="Trapezoid 11"/>
            <p:cNvSpPr/>
            <p:nvPr userDrawn="1"/>
          </p:nvSpPr>
          <p:spPr>
            <a:xfrm rot="15893802">
              <a:off x="10131769" y="4865596"/>
              <a:ext cx="1282015" cy="2962459"/>
            </a:xfrm>
            <a:custGeom>
              <a:avLst/>
              <a:gdLst>
                <a:gd name="connsiteX0" fmla="*/ 0 w 4694555"/>
                <a:gd name="connsiteY0" fmla="*/ 1910080 h 1910080"/>
                <a:gd name="connsiteX1" fmla="*/ 477520 w 4694555"/>
                <a:gd name="connsiteY1" fmla="*/ 0 h 1910080"/>
                <a:gd name="connsiteX2" fmla="*/ 4217035 w 4694555"/>
                <a:gd name="connsiteY2" fmla="*/ 0 h 1910080"/>
                <a:gd name="connsiteX3" fmla="*/ 4694555 w 4694555"/>
                <a:gd name="connsiteY3" fmla="*/ 1910080 h 1910080"/>
                <a:gd name="connsiteX4" fmla="*/ 0 w 4694555"/>
                <a:gd name="connsiteY4" fmla="*/ 1910080 h 1910080"/>
                <a:gd name="connsiteX0" fmla="*/ 0 w 4694555"/>
                <a:gd name="connsiteY0" fmla="*/ 1910080 h 1910080"/>
                <a:gd name="connsiteX1" fmla="*/ 0 w 4694555"/>
                <a:gd name="connsiteY1" fmla="*/ 641444 h 1910080"/>
                <a:gd name="connsiteX2" fmla="*/ 4217035 w 4694555"/>
                <a:gd name="connsiteY2" fmla="*/ 0 h 1910080"/>
                <a:gd name="connsiteX3" fmla="*/ 4694555 w 4694555"/>
                <a:gd name="connsiteY3" fmla="*/ 1910080 h 1910080"/>
                <a:gd name="connsiteX4" fmla="*/ 0 w 4694555"/>
                <a:gd name="connsiteY4" fmla="*/ 1910080 h 1910080"/>
                <a:gd name="connsiteX0" fmla="*/ 0 w 4694555"/>
                <a:gd name="connsiteY0" fmla="*/ 1896432 h 1896432"/>
                <a:gd name="connsiteX1" fmla="*/ 0 w 4694555"/>
                <a:gd name="connsiteY1" fmla="*/ 627796 h 1896432"/>
                <a:gd name="connsiteX2" fmla="*/ 2770372 w 4694555"/>
                <a:gd name="connsiteY2" fmla="*/ 0 h 1896432"/>
                <a:gd name="connsiteX3" fmla="*/ 4694555 w 4694555"/>
                <a:gd name="connsiteY3" fmla="*/ 1896432 h 1896432"/>
                <a:gd name="connsiteX4" fmla="*/ 0 w 4694555"/>
                <a:gd name="connsiteY4" fmla="*/ 1896432 h 1896432"/>
                <a:gd name="connsiteX0" fmla="*/ 0 w 4721850"/>
                <a:gd name="connsiteY0" fmla="*/ 1896432 h 1896432"/>
                <a:gd name="connsiteX1" fmla="*/ 0 w 4721850"/>
                <a:gd name="connsiteY1" fmla="*/ 627796 h 1896432"/>
                <a:gd name="connsiteX2" fmla="*/ 2770372 w 4721850"/>
                <a:gd name="connsiteY2" fmla="*/ 0 h 1896432"/>
                <a:gd name="connsiteX3" fmla="*/ 4721850 w 4721850"/>
                <a:gd name="connsiteY3" fmla="*/ 1896432 h 1896432"/>
                <a:gd name="connsiteX4" fmla="*/ 0 w 4721850"/>
                <a:gd name="connsiteY4" fmla="*/ 1896432 h 1896432"/>
                <a:gd name="connsiteX0" fmla="*/ 0 w 4721850"/>
                <a:gd name="connsiteY0" fmla="*/ 2162454 h 2162454"/>
                <a:gd name="connsiteX1" fmla="*/ 0 w 4721850"/>
                <a:gd name="connsiteY1" fmla="*/ 893818 h 2162454"/>
                <a:gd name="connsiteX2" fmla="*/ 2404095 w 4721850"/>
                <a:gd name="connsiteY2" fmla="*/ 0 h 2162454"/>
                <a:gd name="connsiteX3" fmla="*/ 4721850 w 4721850"/>
                <a:gd name="connsiteY3" fmla="*/ 2162454 h 2162454"/>
                <a:gd name="connsiteX4" fmla="*/ 0 w 4721850"/>
                <a:gd name="connsiteY4" fmla="*/ 2162454 h 2162454"/>
                <a:gd name="connsiteX0" fmla="*/ 0 w 4721850"/>
                <a:gd name="connsiteY0" fmla="*/ 2162454 h 2162454"/>
                <a:gd name="connsiteX1" fmla="*/ 261625 w 4721850"/>
                <a:gd name="connsiteY1" fmla="*/ 1333258 h 2162454"/>
                <a:gd name="connsiteX2" fmla="*/ 2404095 w 4721850"/>
                <a:gd name="connsiteY2" fmla="*/ 0 h 2162454"/>
                <a:gd name="connsiteX3" fmla="*/ 4721850 w 4721850"/>
                <a:gd name="connsiteY3" fmla="*/ 2162454 h 2162454"/>
                <a:gd name="connsiteX4" fmla="*/ 0 w 4721850"/>
                <a:gd name="connsiteY4" fmla="*/ 2162454 h 2162454"/>
                <a:gd name="connsiteX0" fmla="*/ 0 w 4721850"/>
                <a:gd name="connsiteY0" fmla="*/ 2162454 h 2162454"/>
                <a:gd name="connsiteX1" fmla="*/ 0 w 4721850"/>
                <a:gd name="connsiteY1" fmla="*/ 951639 h 2162454"/>
                <a:gd name="connsiteX2" fmla="*/ 2404095 w 4721850"/>
                <a:gd name="connsiteY2" fmla="*/ 0 h 2162454"/>
                <a:gd name="connsiteX3" fmla="*/ 4721850 w 4721850"/>
                <a:gd name="connsiteY3" fmla="*/ 2162454 h 2162454"/>
                <a:gd name="connsiteX4" fmla="*/ 0 w 4721850"/>
                <a:gd name="connsiteY4" fmla="*/ 2162454 h 2162454"/>
                <a:gd name="connsiteX0" fmla="*/ 0 w 5506727"/>
                <a:gd name="connsiteY0" fmla="*/ 2162454 h 2162454"/>
                <a:gd name="connsiteX1" fmla="*/ 0 w 5506727"/>
                <a:gd name="connsiteY1" fmla="*/ 951639 h 2162454"/>
                <a:gd name="connsiteX2" fmla="*/ 2404095 w 5506727"/>
                <a:gd name="connsiteY2" fmla="*/ 0 h 2162454"/>
                <a:gd name="connsiteX3" fmla="*/ 5506727 w 5506727"/>
                <a:gd name="connsiteY3" fmla="*/ 2150890 h 2162454"/>
                <a:gd name="connsiteX4" fmla="*/ 0 w 5506727"/>
                <a:gd name="connsiteY4" fmla="*/ 2162454 h 2162454"/>
                <a:gd name="connsiteX0" fmla="*/ 0 w 5506727"/>
                <a:gd name="connsiteY0" fmla="*/ 2162454 h 2162454"/>
                <a:gd name="connsiteX1" fmla="*/ 0 w 5506727"/>
                <a:gd name="connsiteY1" fmla="*/ 951639 h 2162454"/>
                <a:gd name="connsiteX2" fmla="*/ 2404095 w 5506727"/>
                <a:gd name="connsiteY2" fmla="*/ 0 h 2162454"/>
                <a:gd name="connsiteX3" fmla="*/ 5506727 w 5506727"/>
                <a:gd name="connsiteY3" fmla="*/ 2162454 h 2162454"/>
                <a:gd name="connsiteX4" fmla="*/ 0 w 5506727"/>
                <a:gd name="connsiteY4" fmla="*/ 2162454 h 2162454"/>
                <a:gd name="connsiteX0" fmla="*/ 0 w 5199376"/>
                <a:gd name="connsiteY0" fmla="*/ 2162454 h 2164273"/>
                <a:gd name="connsiteX1" fmla="*/ 0 w 5199376"/>
                <a:gd name="connsiteY1" fmla="*/ 951639 h 2164273"/>
                <a:gd name="connsiteX2" fmla="*/ 2404095 w 5199376"/>
                <a:gd name="connsiteY2" fmla="*/ 0 h 2164273"/>
                <a:gd name="connsiteX3" fmla="*/ 5199376 w 5199376"/>
                <a:gd name="connsiteY3" fmla="*/ 2164273 h 2164273"/>
                <a:gd name="connsiteX4" fmla="*/ 0 w 5199376"/>
                <a:gd name="connsiteY4" fmla="*/ 2162454 h 2164273"/>
                <a:gd name="connsiteX0" fmla="*/ 0 w 5199376"/>
                <a:gd name="connsiteY0" fmla="*/ 2147738 h 2149557"/>
                <a:gd name="connsiteX1" fmla="*/ 0 w 5199376"/>
                <a:gd name="connsiteY1" fmla="*/ 936923 h 2149557"/>
                <a:gd name="connsiteX2" fmla="*/ 2735058 w 5199376"/>
                <a:gd name="connsiteY2" fmla="*/ 0 h 2149557"/>
                <a:gd name="connsiteX3" fmla="*/ 5199376 w 5199376"/>
                <a:gd name="connsiteY3" fmla="*/ 2149557 h 2149557"/>
                <a:gd name="connsiteX4" fmla="*/ 0 w 5199376"/>
                <a:gd name="connsiteY4" fmla="*/ 2147738 h 2149557"/>
                <a:gd name="connsiteX0" fmla="*/ 0 w 5199376"/>
                <a:gd name="connsiteY0" fmla="*/ 2147738 h 2149557"/>
                <a:gd name="connsiteX1" fmla="*/ 0 w 5199376"/>
                <a:gd name="connsiteY1" fmla="*/ 936923 h 2149557"/>
                <a:gd name="connsiteX2" fmla="*/ 3018742 w 5199376"/>
                <a:gd name="connsiteY2" fmla="*/ 0 h 2149557"/>
                <a:gd name="connsiteX3" fmla="*/ 5199376 w 5199376"/>
                <a:gd name="connsiteY3" fmla="*/ 2149557 h 2149557"/>
                <a:gd name="connsiteX4" fmla="*/ 0 w 5199376"/>
                <a:gd name="connsiteY4" fmla="*/ 2147738 h 2149557"/>
                <a:gd name="connsiteX0" fmla="*/ 0 w 5199376"/>
                <a:gd name="connsiteY0" fmla="*/ 2147738 h 2149557"/>
                <a:gd name="connsiteX1" fmla="*/ 0 w 5199376"/>
                <a:gd name="connsiteY1" fmla="*/ 848615 h 2149557"/>
                <a:gd name="connsiteX2" fmla="*/ 3018742 w 5199376"/>
                <a:gd name="connsiteY2" fmla="*/ 0 h 2149557"/>
                <a:gd name="connsiteX3" fmla="*/ 5199376 w 5199376"/>
                <a:gd name="connsiteY3" fmla="*/ 2149557 h 2149557"/>
                <a:gd name="connsiteX4" fmla="*/ 0 w 5199376"/>
                <a:gd name="connsiteY4" fmla="*/ 2147738 h 2149557"/>
                <a:gd name="connsiteX0" fmla="*/ 0 w 6610786"/>
                <a:gd name="connsiteY0" fmla="*/ 2147738 h 2166780"/>
                <a:gd name="connsiteX1" fmla="*/ 0 w 6610786"/>
                <a:gd name="connsiteY1" fmla="*/ 848615 h 2166780"/>
                <a:gd name="connsiteX2" fmla="*/ 3018742 w 6610786"/>
                <a:gd name="connsiteY2" fmla="*/ 0 h 2166780"/>
                <a:gd name="connsiteX3" fmla="*/ 6610785 w 6610786"/>
                <a:gd name="connsiteY3" fmla="*/ 2166780 h 2166780"/>
                <a:gd name="connsiteX4" fmla="*/ 0 w 6610786"/>
                <a:gd name="connsiteY4" fmla="*/ 2147738 h 2166780"/>
                <a:gd name="connsiteX0" fmla="*/ 0 w 6610786"/>
                <a:gd name="connsiteY0" fmla="*/ 2147738 h 2166780"/>
                <a:gd name="connsiteX1" fmla="*/ 0 w 6610786"/>
                <a:gd name="connsiteY1" fmla="*/ 873811 h 2166780"/>
                <a:gd name="connsiteX2" fmla="*/ 3018742 w 6610786"/>
                <a:gd name="connsiteY2" fmla="*/ 0 h 2166780"/>
                <a:gd name="connsiteX3" fmla="*/ 6610785 w 6610786"/>
                <a:gd name="connsiteY3" fmla="*/ 2166780 h 2166780"/>
                <a:gd name="connsiteX4" fmla="*/ 0 w 6610786"/>
                <a:gd name="connsiteY4" fmla="*/ 2147738 h 2166780"/>
                <a:gd name="connsiteX0" fmla="*/ 0 w 6016398"/>
                <a:gd name="connsiteY0" fmla="*/ 2147738 h 2147738"/>
                <a:gd name="connsiteX1" fmla="*/ 0 w 6016398"/>
                <a:gd name="connsiteY1" fmla="*/ 873811 h 2147738"/>
                <a:gd name="connsiteX2" fmla="*/ 3018742 w 6016398"/>
                <a:gd name="connsiteY2" fmla="*/ 0 h 2147738"/>
                <a:gd name="connsiteX3" fmla="*/ 6016398 w 6016398"/>
                <a:gd name="connsiteY3" fmla="*/ 1799271 h 2147738"/>
                <a:gd name="connsiteX4" fmla="*/ 0 w 6016398"/>
                <a:gd name="connsiteY4" fmla="*/ 2147738 h 2147738"/>
                <a:gd name="connsiteX0" fmla="*/ 0 w 6016398"/>
                <a:gd name="connsiteY0" fmla="*/ 2147738 h 2147738"/>
                <a:gd name="connsiteX1" fmla="*/ 546559 w 6016398"/>
                <a:gd name="connsiteY1" fmla="*/ 713384 h 2147738"/>
                <a:gd name="connsiteX2" fmla="*/ 3018742 w 6016398"/>
                <a:gd name="connsiteY2" fmla="*/ 0 h 2147738"/>
                <a:gd name="connsiteX3" fmla="*/ 6016398 w 6016398"/>
                <a:gd name="connsiteY3" fmla="*/ 1799271 h 2147738"/>
                <a:gd name="connsiteX4" fmla="*/ 0 w 6016398"/>
                <a:gd name="connsiteY4" fmla="*/ 2147738 h 2147738"/>
                <a:gd name="connsiteX0" fmla="*/ -1 w 5739250"/>
                <a:gd name="connsiteY0" fmla="*/ 1649439 h 1799271"/>
                <a:gd name="connsiteX1" fmla="*/ 269411 w 5739250"/>
                <a:gd name="connsiteY1" fmla="*/ 713384 h 1799271"/>
                <a:gd name="connsiteX2" fmla="*/ 2741594 w 5739250"/>
                <a:gd name="connsiteY2" fmla="*/ 0 h 1799271"/>
                <a:gd name="connsiteX3" fmla="*/ 5739250 w 5739250"/>
                <a:gd name="connsiteY3" fmla="*/ 1799271 h 1799271"/>
                <a:gd name="connsiteX4" fmla="*/ -1 w 5739250"/>
                <a:gd name="connsiteY4" fmla="*/ 1649439 h 1799271"/>
                <a:gd name="connsiteX0" fmla="*/ -1 w 5737772"/>
                <a:gd name="connsiteY0" fmla="*/ 1644317 h 1799271"/>
                <a:gd name="connsiteX1" fmla="*/ 267933 w 5737772"/>
                <a:gd name="connsiteY1" fmla="*/ 713384 h 1799271"/>
                <a:gd name="connsiteX2" fmla="*/ 2740116 w 5737772"/>
                <a:gd name="connsiteY2" fmla="*/ 0 h 1799271"/>
                <a:gd name="connsiteX3" fmla="*/ 5737772 w 5737772"/>
                <a:gd name="connsiteY3" fmla="*/ 1799271 h 1799271"/>
                <a:gd name="connsiteX4" fmla="*/ -1 w 5737772"/>
                <a:gd name="connsiteY4" fmla="*/ 1644317 h 1799271"/>
                <a:gd name="connsiteX0" fmla="*/ -1 w 4939054"/>
                <a:gd name="connsiteY0" fmla="*/ 1644317 h 1750549"/>
                <a:gd name="connsiteX1" fmla="*/ 267933 w 4939054"/>
                <a:gd name="connsiteY1" fmla="*/ 713384 h 1750549"/>
                <a:gd name="connsiteX2" fmla="*/ 2740116 w 4939054"/>
                <a:gd name="connsiteY2" fmla="*/ 0 h 1750549"/>
                <a:gd name="connsiteX3" fmla="*/ 4939054 w 4939054"/>
                <a:gd name="connsiteY3" fmla="*/ 1750549 h 1750549"/>
                <a:gd name="connsiteX4" fmla="*/ -1 w 4939054"/>
                <a:gd name="connsiteY4" fmla="*/ 1644317 h 1750549"/>
                <a:gd name="connsiteX0" fmla="*/ 1 w 4857903"/>
                <a:gd name="connsiteY0" fmla="*/ 1683044 h 1750549"/>
                <a:gd name="connsiteX1" fmla="*/ 186782 w 4857903"/>
                <a:gd name="connsiteY1" fmla="*/ 713384 h 1750549"/>
                <a:gd name="connsiteX2" fmla="*/ 2658965 w 4857903"/>
                <a:gd name="connsiteY2" fmla="*/ 0 h 1750549"/>
                <a:gd name="connsiteX3" fmla="*/ 4857903 w 4857903"/>
                <a:gd name="connsiteY3" fmla="*/ 1750549 h 1750549"/>
                <a:gd name="connsiteX4" fmla="*/ 1 w 4857903"/>
                <a:gd name="connsiteY4" fmla="*/ 1683044 h 1750549"/>
                <a:gd name="connsiteX0" fmla="*/ 1 w 4857903"/>
                <a:gd name="connsiteY0" fmla="*/ 1683044 h 1750549"/>
                <a:gd name="connsiteX1" fmla="*/ 549240 w 4857903"/>
                <a:gd name="connsiteY1" fmla="*/ 621752 h 1750549"/>
                <a:gd name="connsiteX2" fmla="*/ 2658965 w 4857903"/>
                <a:gd name="connsiteY2" fmla="*/ 0 h 1750549"/>
                <a:gd name="connsiteX3" fmla="*/ 4857903 w 4857903"/>
                <a:gd name="connsiteY3" fmla="*/ 1750549 h 1750549"/>
                <a:gd name="connsiteX4" fmla="*/ 1 w 4857903"/>
                <a:gd name="connsiteY4" fmla="*/ 1683044 h 1750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57903" h="1750549">
                  <a:moveTo>
                    <a:pt x="1" y="1683044"/>
                  </a:moveTo>
                  <a:lnTo>
                    <a:pt x="549240" y="621752"/>
                  </a:lnTo>
                  <a:lnTo>
                    <a:pt x="2658965" y="0"/>
                  </a:lnTo>
                  <a:lnTo>
                    <a:pt x="4857903" y="1750549"/>
                  </a:lnTo>
                  <a:lnTo>
                    <a:pt x="1" y="1683044"/>
                  </a:lnTo>
                  <a:close/>
                </a:path>
              </a:pathLst>
            </a:cu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5" name="Trapezoid 11"/>
            <p:cNvSpPr/>
            <p:nvPr userDrawn="1"/>
          </p:nvSpPr>
          <p:spPr>
            <a:xfrm rot="16200000">
              <a:off x="10698187" y="5380279"/>
              <a:ext cx="886893" cy="2113121"/>
            </a:xfrm>
            <a:custGeom>
              <a:avLst/>
              <a:gdLst>
                <a:gd name="connsiteX0" fmla="*/ 0 w 4694555"/>
                <a:gd name="connsiteY0" fmla="*/ 1910080 h 1910080"/>
                <a:gd name="connsiteX1" fmla="*/ 477520 w 4694555"/>
                <a:gd name="connsiteY1" fmla="*/ 0 h 1910080"/>
                <a:gd name="connsiteX2" fmla="*/ 4217035 w 4694555"/>
                <a:gd name="connsiteY2" fmla="*/ 0 h 1910080"/>
                <a:gd name="connsiteX3" fmla="*/ 4694555 w 4694555"/>
                <a:gd name="connsiteY3" fmla="*/ 1910080 h 1910080"/>
                <a:gd name="connsiteX4" fmla="*/ 0 w 4694555"/>
                <a:gd name="connsiteY4" fmla="*/ 1910080 h 1910080"/>
                <a:gd name="connsiteX0" fmla="*/ 0 w 4694555"/>
                <a:gd name="connsiteY0" fmla="*/ 1910080 h 1910080"/>
                <a:gd name="connsiteX1" fmla="*/ 0 w 4694555"/>
                <a:gd name="connsiteY1" fmla="*/ 641444 h 1910080"/>
                <a:gd name="connsiteX2" fmla="*/ 4217035 w 4694555"/>
                <a:gd name="connsiteY2" fmla="*/ 0 h 1910080"/>
                <a:gd name="connsiteX3" fmla="*/ 4694555 w 4694555"/>
                <a:gd name="connsiteY3" fmla="*/ 1910080 h 1910080"/>
                <a:gd name="connsiteX4" fmla="*/ 0 w 4694555"/>
                <a:gd name="connsiteY4" fmla="*/ 1910080 h 1910080"/>
                <a:gd name="connsiteX0" fmla="*/ 0 w 4694555"/>
                <a:gd name="connsiteY0" fmla="*/ 1896432 h 1896432"/>
                <a:gd name="connsiteX1" fmla="*/ 0 w 4694555"/>
                <a:gd name="connsiteY1" fmla="*/ 627796 h 1896432"/>
                <a:gd name="connsiteX2" fmla="*/ 2770372 w 4694555"/>
                <a:gd name="connsiteY2" fmla="*/ 0 h 1896432"/>
                <a:gd name="connsiteX3" fmla="*/ 4694555 w 4694555"/>
                <a:gd name="connsiteY3" fmla="*/ 1896432 h 1896432"/>
                <a:gd name="connsiteX4" fmla="*/ 0 w 4694555"/>
                <a:gd name="connsiteY4" fmla="*/ 1896432 h 1896432"/>
                <a:gd name="connsiteX0" fmla="*/ 0 w 4721850"/>
                <a:gd name="connsiteY0" fmla="*/ 1896432 h 1896432"/>
                <a:gd name="connsiteX1" fmla="*/ 0 w 4721850"/>
                <a:gd name="connsiteY1" fmla="*/ 627796 h 1896432"/>
                <a:gd name="connsiteX2" fmla="*/ 2770372 w 4721850"/>
                <a:gd name="connsiteY2" fmla="*/ 0 h 1896432"/>
                <a:gd name="connsiteX3" fmla="*/ 4721850 w 4721850"/>
                <a:gd name="connsiteY3" fmla="*/ 1896432 h 1896432"/>
                <a:gd name="connsiteX4" fmla="*/ 0 w 4721850"/>
                <a:gd name="connsiteY4" fmla="*/ 1896432 h 1896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21850" h="1896432">
                  <a:moveTo>
                    <a:pt x="0" y="1896432"/>
                  </a:moveTo>
                  <a:lnTo>
                    <a:pt x="0" y="627796"/>
                  </a:lnTo>
                  <a:lnTo>
                    <a:pt x="2770372" y="0"/>
                  </a:lnTo>
                  <a:lnTo>
                    <a:pt x="4721850" y="1896432"/>
                  </a:lnTo>
                  <a:lnTo>
                    <a:pt x="0" y="1896432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6" name="Isosceles Triangle 6"/>
            <p:cNvSpPr/>
            <p:nvPr userDrawn="1"/>
          </p:nvSpPr>
          <p:spPr>
            <a:xfrm flipH="1">
              <a:off x="10073251" y="6359725"/>
              <a:ext cx="1270579" cy="519914"/>
            </a:xfrm>
            <a:custGeom>
              <a:avLst/>
              <a:gdLst>
                <a:gd name="connsiteX0" fmla="*/ 0 w 457200"/>
                <a:gd name="connsiteY0" fmla="*/ 1209675 h 1209675"/>
                <a:gd name="connsiteX1" fmla="*/ 228600 w 457200"/>
                <a:gd name="connsiteY1" fmla="*/ 0 h 1209675"/>
                <a:gd name="connsiteX2" fmla="*/ 457200 w 457200"/>
                <a:gd name="connsiteY2" fmla="*/ 1209675 h 1209675"/>
                <a:gd name="connsiteX3" fmla="*/ 0 w 457200"/>
                <a:gd name="connsiteY3" fmla="*/ 1209675 h 1209675"/>
                <a:gd name="connsiteX0" fmla="*/ 0 w 1014412"/>
                <a:gd name="connsiteY0" fmla="*/ 1000122 h 1000122"/>
                <a:gd name="connsiteX1" fmla="*/ 1014412 w 1014412"/>
                <a:gd name="connsiteY1" fmla="*/ 0 h 1000122"/>
                <a:gd name="connsiteX2" fmla="*/ 457200 w 1014412"/>
                <a:gd name="connsiteY2" fmla="*/ 1000122 h 1000122"/>
                <a:gd name="connsiteX3" fmla="*/ 0 w 1014412"/>
                <a:gd name="connsiteY3" fmla="*/ 1000122 h 1000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412" h="1000122">
                  <a:moveTo>
                    <a:pt x="0" y="1000122"/>
                  </a:moveTo>
                  <a:lnTo>
                    <a:pt x="1014412" y="0"/>
                  </a:lnTo>
                  <a:lnTo>
                    <a:pt x="457200" y="1000122"/>
                  </a:lnTo>
                  <a:lnTo>
                    <a:pt x="0" y="1000122"/>
                  </a:lnTo>
                  <a:close/>
                </a:path>
              </a:pathLst>
            </a:cu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sp>
        <p:nvSpPr>
          <p:cNvPr id="57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310287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 flipH="1">
            <a:off x="6619874" y="-81477"/>
            <a:ext cx="5666229" cy="2040458"/>
            <a:chOff x="-108643" y="-81477"/>
            <a:chExt cx="5513561" cy="2040458"/>
          </a:xfrm>
        </p:grpSpPr>
        <p:grpSp>
          <p:nvGrpSpPr>
            <p:cNvPr id="3" name="Group 2"/>
            <p:cNvGrpSpPr/>
            <p:nvPr userDrawn="1"/>
          </p:nvGrpSpPr>
          <p:grpSpPr>
            <a:xfrm rot="10800000" flipH="1">
              <a:off x="-108643" y="-81477"/>
              <a:ext cx="5513561" cy="2040458"/>
              <a:chOff x="-101114" y="4916212"/>
              <a:chExt cx="6291094" cy="2040458"/>
            </a:xfrm>
          </p:grpSpPr>
          <p:sp>
            <p:nvSpPr>
              <p:cNvPr id="5" name="Trapezoid 13"/>
              <p:cNvSpPr/>
              <p:nvPr userDrawn="1"/>
            </p:nvSpPr>
            <p:spPr>
              <a:xfrm flipH="1">
                <a:off x="0" y="6074874"/>
                <a:ext cx="6189980" cy="806450"/>
              </a:xfrm>
              <a:custGeom>
                <a:avLst/>
                <a:gdLst>
                  <a:gd name="connsiteX0" fmla="*/ 0 w 7383145"/>
                  <a:gd name="connsiteY0" fmla="*/ 1678305 h 1678305"/>
                  <a:gd name="connsiteX1" fmla="*/ 419576 w 7383145"/>
                  <a:gd name="connsiteY1" fmla="*/ 0 h 1678305"/>
                  <a:gd name="connsiteX2" fmla="*/ 6963569 w 7383145"/>
                  <a:gd name="connsiteY2" fmla="*/ 0 h 1678305"/>
                  <a:gd name="connsiteX3" fmla="*/ 7383145 w 7383145"/>
                  <a:gd name="connsiteY3" fmla="*/ 1678305 h 1678305"/>
                  <a:gd name="connsiteX4" fmla="*/ 0 w 7383145"/>
                  <a:gd name="connsiteY4" fmla="*/ 1678305 h 1678305"/>
                  <a:gd name="connsiteX0" fmla="*/ 0 w 7392860"/>
                  <a:gd name="connsiteY0" fmla="*/ 1705601 h 1705601"/>
                  <a:gd name="connsiteX1" fmla="*/ 419576 w 7392860"/>
                  <a:gd name="connsiteY1" fmla="*/ 27296 h 1705601"/>
                  <a:gd name="connsiteX2" fmla="*/ 7392860 w 7392860"/>
                  <a:gd name="connsiteY2" fmla="*/ 0 h 1705601"/>
                  <a:gd name="connsiteX3" fmla="*/ 7383145 w 7392860"/>
                  <a:gd name="connsiteY3" fmla="*/ 1705601 h 1705601"/>
                  <a:gd name="connsiteX4" fmla="*/ 0 w 7392860"/>
                  <a:gd name="connsiteY4" fmla="*/ 1705601 h 1705601"/>
                  <a:gd name="connsiteX0" fmla="*/ 0 w 7392860"/>
                  <a:gd name="connsiteY0" fmla="*/ 1705601 h 1705601"/>
                  <a:gd name="connsiteX1" fmla="*/ 119317 w 7392860"/>
                  <a:gd name="connsiteY1" fmla="*/ 477669 h 1705601"/>
                  <a:gd name="connsiteX2" fmla="*/ 7392860 w 7392860"/>
                  <a:gd name="connsiteY2" fmla="*/ 0 h 1705601"/>
                  <a:gd name="connsiteX3" fmla="*/ 7383145 w 7392860"/>
                  <a:gd name="connsiteY3" fmla="*/ 1705601 h 1705601"/>
                  <a:gd name="connsiteX4" fmla="*/ 0 w 7392860"/>
                  <a:gd name="connsiteY4" fmla="*/ 1705601 h 1705601"/>
                  <a:gd name="connsiteX0" fmla="*/ 2842324 w 7273543"/>
                  <a:gd name="connsiteY0" fmla="*/ 1378057 h 1705601"/>
                  <a:gd name="connsiteX1" fmla="*/ 0 w 7273543"/>
                  <a:gd name="connsiteY1" fmla="*/ 477669 h 1705601"/>
                  <a:gd name="connsiteX2" fmla="*/ 7273543 w 7273543"/>
                  <a:gd name="connsiteY2" fmla="*/ 0 h 1705601"/>
                  <a:gd name="connsiteX3" fmla="*/ 7263828 w 7273543"/>
                  <a:gd name="connsiteY3" fmla="*/ 1705601 h 1705601"/>
                  <a:gd name="connsiteX4" fmla="*/ 2842324 w 7273543"/>
                  <a:gd name="connsiteY4" fmla="*/ 1378057 h 1705601"/>
                  <a:gd name="connsiteX0" fmla="*/ 1259129 w 7273543"/>
                  <a:gd name="connsiteY0" fmla="*/ 1705601 h 1705601"/>
                  <a:gd name="connsiteX1" fmla="*/ 0 w 7273543"/>
                  <a:gd name="connsiteY1" fmla="*/ 477669 h 1705601"/>
                  <a:gd name="connsiteX2" fmla="*/ 7273543 w 7273543"/>
                  <a:gd name="connsiteY2" fmla="*/ 0 h 1705601"/>
                  <a:gd name="connsiteX3" fmla="*/ 7263828 w 7273543"/>
                  <a:gd name="connsiteY3" fmla="*/ 1705601 h 1705601"/>
                  <a:gd name="connsiteX4" fmla="*/ 1259129 w 7273543"/>
                  <a:gd name="connsiteY4" fmla="*/ 1705601 h 1705601"/>
                  <a:gd name="connsiteX0" fmla="*/ 890627 w 6905041"/>
                  <a:gd name="connsiteY0" fmla="*/ 1705601 h 1705601"/>
                  <a:gd name="connsiteX1" fmla="*/ 0 w 6905041"/>
                  <a:gd name="connsiteY1" fmla="*/ 859805 h 1705601"/>
                  <a:gd name="connsiteX2" fmla="*/ 6905041 w 6905041"/>
                  <a:gd name="connsiteY2" fmla="*/ 0 h 1705601"/>
                  <a:gd name="connsiteX3" fmla="*/ 6895326 w 6905041"/>
                  <a:gd name="connsiteY3" fmla="*/ 1705601 h 1705601"/>
                  <a:gd name="connsiteX4" fmla="*/ 890627 w 6905041"/>
                  <a:gd name="connsiteY4" fmla="*/ 1705601 h 1705601"/>
                  <a:gd name="connsiteX0" fmla="*/ 822387 w 6836801"/>
                  <a:gd name="connsiteY0" fmla="*/ 1705601 h 1705601"/>
                  <a:gd name="connsiteX1" fmla="*/ 0 w 6836801"/>
                  <a:gd name="connsiteY1" fmla="*/ 887100 h 1705601"/>
                  <a:gd name="connsiteX2" fmla="*/ 6836801 w 6836801"/>
                  <a:gd name="connsiteY2" fmla="*/ 0 h 1705601"/>
                  <a:gd name="connsiteX3" fmla="*/ 6827086 w 6836801"/>
                  <a:gd name="connsiteY3" fmla="*/ 1705601 h 1705601"/>
                  <a:gd name="connsiteX4" fmla="*/ 822387 w 6836801"/>
                  <a:gd name="connsiteY4" fmla="*/ 1705601 h 1705601"/>
                  <a:gd name="connsiteX0" fmla="*/ 0 w 6911778"/>
                  <a:gd name="connsiteY0" fmla="*/ 1691953 h 1705601"/>
                  <a:gd name="connsiteX1" fmla="*/ 74977 w 6911778"/>
                  <a:gd name="connsiteY1" fmla="*/ 887100 h 1705601"/>
                  <a:gd name="connsiteX2" fmla="*/ 6911778 w 6911778"/>
                  <a:gd name="connsiteY2" fmla="*/ 0 h 1705601"/>
                  <a:gd name="connsiteX3" fmla="*/ 6902063 w 6911778"/>
                  <a:gd name="connsiteY3" fmla="*/ 1705601 h 1705601"/>
                  <a:gd name="connsiteX4" fmla="*/ 0 w 6911778"/>
                  <a:gd name="connsiteY4" fmla="*/ 1691953 h 1705601"/>
                  <a:gd name="connsiteX0" fmla="*/ 354728 w 7266506"/>
                  <a:gd name="connsiteY0" fmla="*/ 1691953 h 1705601"/>
                  <a:gd name="connsiteX1" fmla="*/ 0 w 7266506"/>
                  <a:gd name="connsiteY1" fmla="*/ 996282 h 1705601"/>
                  <a:gd name="connsiteX2" fmla="*/ 7266506 w 7266506"/>
                  <a:gd name="connsiteY2" fmla="*/ 0 h 1705601"/>
                  <a:gd name="connsiteX3" fmla="*/ 7256791 w 7266506"/>
                  <a:gd name="connsiteY3" fmla="*/ 1705601 h 1705601"/>
                  <a:gd name="connsiteX4" fmla="*/ 354728 w 7266506"/>
                  <a:gd name="connsiteY4" fmla="*/ 1691953 h 1705601"/>
                  <a:gd name="connsiteX0" fmla="*/ 320772 w 7266506"/>
                  <a:gd name="connsiteY0" fmla="*/ 1709159 h 1709159"/>
                  <a:gd name="connsiteX1" fmla="*/ 0 w 7266506"/>
                  <a:gd name="connsiteY1" fmla="*/ 996282 h 1709159"/>
                  <a:gd name="connsiteX2" fmla="*/ 7266506 w 7266506"/>
                  <a:gd name="connsiteY2" fmla="*/ 0 h 1709159"/>
                  <a:gd name="connsiteX3" fmla="*/ 7256791 w 7266506"/>
                  <a:gd name="connsiteY3" fmla="*/ 1705601 h 1709159"/>
                  <a:gd name="connsiteX4" fmla="*/ 320772 w 7266506"/>
                  <a:gd name="connsiteY4" fmla="*/ 1709159 h 1709159"/>
                  <a:gd name="connsiteX0" fmla="*/ 320772 w 7266506"/>
                  <a:gd name="connsiteY0" fmla="*/ 1709159 h 1709159"/>
                  <a:gd name="connsiteX1" fmla="*/ 0 w 7266506"/>
                  <a:gd name="connsiteY1" fmla="*/ 996282 h 1709159"/>
                  <a:gd name="connsiteX2" fmla="*/ 7266506 w 7266506"/>
                  <a:gd name="connsiteY2" fmla="*/ 0 h 1709159"/>
                  <a:gd name="connsiteX3" fmla="*/ 7256792 w 7266506"/>
                  <a:gd name="connsiteY3" fmla="*/ 1008872 h 1709159"/>
                  <a:gd name="connsiteX4" fmla="*/ 320772 w 7266506"/>
                  <a:gd name="connsiteY4" fmla="*/ 1709159 h 1709159"/>
                  <a:gd name="connsiteX0" fmla="*/ 345 w 7266506"/>
                  <a:gd name="connsiteY0" fmla="*/ 1005796 h 1008872"/>
                  <a:gd name="connsiteX1" fmla="*/ 0 w 7266506"/>
                  <a:gd name="connsiteY1" fmla="*/ 996282 h 1008872"/>
                  <a:gd name="connsiteX2" fmla="*/ 7266506 w 7266506"/>
                  <a:gd name="connsiteY2" fmla="*/ 0 h 1008872"/>
                  <a:gd name="connsiteX3" fmla="*/ 7256792 w 7266506"/>
                  <a:gd name="connsiteY3" fmla="*/ 1008872 h 1008872"/>
                  <a:gd name="connsiteX4" fmla="*/ 345 w 7266506"/>
                  <a:gd name="connsiteY4" fmla="*/ 1005796 h 1008872"/>
                  <a:gd name="connsiteX0" fmla="*/ 345 w 7266506"/>
                  <a:gd name="connsiteY0" fmla="*/ 1005796 h 1005796"/>
                  <a:gd name="connsiteX1" fmla="*/ 0 w 7266506"/>
                  <a:gd name="connsiteY1" fmla="*/ 996282 h 1005796"/>
                  <a:gd name="connsiteX2" fmla="*/ 7266506 w 7266506"/>
                  <a:gd name="connsiteY2" fmla="*/ 0 h 1005796"/>
                  <a:gd name="connsiteX3" fmla="*/ 7248781 w 7266506"/>
                  <a:gd name="connsiteY3" fmla="*/ 995601 h 1005796"/>
                  <a:gd name="connsiteX4" fmla="*/ 345 w 7266506"/>
                  <a:gd name="connsiteY4" fmla="*/ 1005796 h 1005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266506" h="1005796">
                    <a:moveTo>
                      <a:pt x="345" y="1005796"/>
                    </a:moveTo>
                    <a:lnTo>
                      <a:pt x="0" y="996282"/>
                    </a:lnTo>
                    <a:lnTo>
                      <a:pt x="7266506" y="0"/>
                    </a:lnTo>
                    <a:cubicBezTo>
                      <a:pt x="7263268" y="568534"/>
                      <a:pt x="7252019" y="427067"/>
                      <a:pt x="7248781" y="995601"/>
                    </a:cubicBezTo>
                    <a:lnTo>
                      <a:pt x="345" y="1005796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6" name="Trapezoid 11"/>
              <p:cNvSpPr/>
              <p:nvPr userDrawn="1"/>
            </p:nvSpPr>
            <p:spPr>
              <a:xfrm rot="5706198" flipH="1">
                <a:off x="-51453" y="4866551"/>
                <a:ext cx="2040458" cy="2139780"/>
              </a:xfrm>
              <a:custGeom>
                <a:avLst/>
                <a:gdLst>
                  <a:gd name="connsiteX0" fmla="*/ 0 w 4694555"/>
                  <a:gd name="connsiteY0" fmla="*/ 1910080 h 1910080"/>
                  <a:gd name="connsiteX1" fmla="*/ 477520 w 4694555"/>
                  <a:gd name="connsiteY1" fmla="*/ 0 h 1910080"/>
                  <a:gd name="connsiteX2" fmla="*/ 4217035 w 4694555"/>
                  <a:gd name="connsiteY2" fmla="*/ 0 h 1910080"/>
                  <a:gd name="connsiteX3" fmla="*/ 4694555 w 4694555"/>
                  <a:gd name="connsiteY3" fmla="*/ 1910080 h 1910080"/>
                  <a:gd name="connsiteX4" fmla="*/ 0 w 4694555"/>
                  <a:gd name="connsiteY4" fmla="*/ 1910080 h 1910080"/>
                  <a:gd name="connsiteX0" fmla="*/ 0 w 4694555"/>
                  <a:gd name="connsiteY0" fmla="*/ 1910080 h 1910080"/>
                  <a:gd name="connsiteX1" fmla="*/ 0 w 4694555"/>
                  <a:gd name="connsiteY1" fmla="*/ 641444 h 1910080"/>
                  <a:gd name="connsiteX2" fmla="*/ 4217035 w 4694555"/>
                  <a:gd name="connsiteY2" fmla="*/ 0 h 1910080"/>
                  <a:gd name="connsiteX3" fmla="*/ 4694555 w 4694555"/>
                  <a:gd name="connsiteY3" fmla="*/ 1910080 h 1910080"/>
                  <a:gd name="connsiteX4" fmla="*/ 0 w 4694555"/>
                  <a:gd name="connsiteY4" fmla="*/ 1910080 h 1910080"/>
                  <a:gd name="connsiteX0" fmla="*/ 0 w 4694555"/>
                  <a:gd name="connsiteY0" fmla="*/ 1896432 h 1896432"/>
                  <a:gd name="connsiteX1" fmla="*/ 0 w 4694555"/>
                  <a:gd name="connsiteY1" fmla="*/ 627796 h 1896432"/>
                  <a:gd name="connsiteX2" fmla="*/ 2770372 w 4694555"/>
                  <a:gd name="connsiteY2" fmla="*/ 0 h 1896432"/>
                  <a:gd name="connsiteX3" fmla="*/ 4694555 w 4694555"/>
                  <a:gd name="connsiteY3" fmla="*/ 1896432 h 1896432"/>
                  <a:gd name="connsiteX4" fmla="*/ 0 w 4694555"/>
                  <a:gd name="connsiteY4" fmla="*/ 1896432 h 1896432"/>
                  <a:gd name="connsiteX0" fmla="*/ 0 w 4721850"/>
                  <a:gd name="connsiteY0" fmla="*/ 1896432 h 1896432"/>
                  <a:gd name="connsiteX1" fmla="*/ 0 w 4721850"/>
                  <a:gd name="connsiteY1" fmla="*/ 627796 h 1896432"/>
                  <a:gd name="connsiteX2" fmla="*/ 2770372 w 4721850"/>
                  <a:gd name="connsiteY2" fmla="*/ 0 h 1896432"/>
                  <a:gd name="connsiteX3" fmla="*/ 4721850 w 4721850"/>
                  <a:gd name="connsiteY3" fmla="*/ 1896432 h 1896432"/>
                  <a:gd name="connsiteX4" fmla="*/ 0 w 4721850"/>
                  <a:gd name="connsiteY4" fmla="*/ 1896432 h 1896432"/>
                  <a:gd name="connsiteX0" fmla="*/ 0 w 4721850"/>
                  <a:gd name="connsiteY0" fmla="*/ 2162454 h 2162454"/>
                  <a:gd name="connsiteX1" fmla="*/ 0 w 4721850"/>
                  <a:gd name="connsiteY1" fmla="*/ 893818 h 2162454"/>
                  <a:gd name="connsiteX2" fmla="*/ 2404095 w 4721850"/>
                  <a:gd name="connsiteY2" fmla="*/ 0 h 2162454"/>
                  <a:gd name="connsiteX3" fmla="*/ 4721850 w 4721850"/>
                  <a:gd name="connsiteY3" fmla="*/ 2162454 h 2162454"/>
                  <a:gd name="connsiteX4" fmla="*/ 0 w 4721850"/>
                  <a:gd name="connsiteY4" fmla="*/ 2162454 h 2162454"/>
                  <a:gd name="connsiteX0" fmla="*/ 0 w 4721850"/>
                  <a:gd name="connsiteY0" fmla="*/ 2162454 h 2162454"/>
                  <a:gd name="connsiteX1" fmla="*/ 261625 w 4721850"/>
                  <a:gd name="connsiteY1" fmla="*/ 1333258 h 2162454"/>
                  <a:gd name="connsiteX2" fmla="*/ 2404095 w 4721850"/>
                  <a:gd name="connsiteY2" fmla="*/ 0 h 2162454"/>
                  <a:gd name="connsiteX3" fmla="*/ 4721850 w 4721850"/>
                  <a:gd name="connsiteY3" fmla="*/ 2162454 h 2162454"/>
                  <a:gd name="connsiteX4" fmla="*/ 0 w 4721850"/>
                  <a:gd name="connsiteY4" fmla="*/ 2162454 h 2162454"/>
                  <a:gd name="connsiteX0" fmla="*/ 0 w 4721850"/>
                  <a:gd name="connsiteY0" fmla="*/ 2162454 h 2162454"/>
                  <a:gd name="connsiteX1" fmla="*/ 0 w 4721850"/>
                  <a:gd name="connsiteY1" fmla="*/ 951639 h 2162454"/>
                  <a:gd name="connsiteX2" fmla="*/ 2404095 w 4721850"/>
                  <a:gd name="connsiteY2" fmla="*/ 0 h 2162454"/>
                  <a:gd name="connsiteX3" fmla="*/ 4721850 w 4721850"/>
                  <a:gd name="connsiteY3" fmla="*/ 2162454 h 2162454"/>
                  <a:gd name="connsiteX4" fmla="*/ 0 w 4721850"/>
                  <a:gd name="connsiteY4" fmla="*/ 2162454 h 2162454"/>
                  <a:gd name="connsiteX0" fmla="*/ 0 w 5506727"/>
                  <a:gd name="connsiteY0" fmla="*/ 2162454 h 2162454"/>
                  <a:gd name="connsiteX1" fmla="*/ 0 w 5506727"/>
                  <a:gd name="connsiteY1" fmla="*/ 951639 h 2162454"/>
                  <a:gd name="connsiteX2" fmla="*/ 2404095 w 5506727"/>
                  <a:gd name="connsiteY2" fmla="*/ 0 h 2162454"/>
                  <a:gd name="connsiteX3" fmla="*/ 5506727 w 5506727"/>
                  <a:gd name="connsiteY3" fmla="*/ 2150890 h 2162454"/>
                  <a:gd name="connsiteX4" fmla="*/ 0 w 5506727"/>
                  <a:gd name="connsiteY4" fmla="*/ 2162454 h 2162454"/>
                  <a:gd name="connsiteX0" fmla="*/ 0 w 5506727"/>
                  <a:gd name="connsiteY0" fmla="*/ 2162454 h 2162454"/>
                  <a:gd name="connsiteX1" fmla="*/ 0 w 5506727"/>
                  <a:gd name="connsiteY1" fmla="*/ 951639 h 2162454"/>
                  <a:gd name="connsiteX2" fmla="*/ 2404095 w 5506727"/>
                  <a:gd name="connsiteY2" fmla="*/ 0 h 2162454"/>
                  <a:gd name="connsiteX3" fmla="*/ 5506727 w 5506727"/>
                  <a:gd name="connsiteY3" fmla="*/ 2162454 h 2162454"/>
                  <a:gd name="connsiteX4" fmla="*/ 0 w 5506727"/>
                  <a:gd name="connsiteY4" fmla="*/ 2162454 h 2162454"/>
                  <a:gd name="connsiteX0" fmla="*/ 0 w 5199376"/>
                  <a:gd name="connsiteY0" fmla="*/ 2162454 h 2164273"/>
                  <a:gd name="connsiteX1" fmla="*/ 0 w 5199376"/>
                  <a:gd name="connsiteY1" fmla="*/ 951639 h 2164273"/>
                  <a:gd name="connsiteX2" fmla="*/ 2404095 w 5199376"/>
                  <a:gd name="connsiteY2" fmla="*/ 0 h 2164273"/>
                  <a:gd name="connsiteX3" fmla="*/ 5199376 w 5199376"/>
                  <a:gd name="connsiteY3" fmla="*/ 2164273 h 2164273"/>
                  <a:gd name="connsiteX4" fmla="*/ 0 w 5199376"/>
                  <a:gd name="connsiteY4" fmla="*/ 2162454 h 2164273"/>
                  <a:gd name="connsiteX0" fmla="*/ 0 w 5199376"/>
                  <a:gd name="connsiteY0" fmla="*/ 2147738 h 2149557"/>
                  <a:gd name="connsiteX1" fmla="*/ 0 w 5199376"/>
                  <a:gd name="connsiteY1" fmla="*/ 936923 h 2149557"/>
                  <a:gd name="connsiteX2" fmla="*/ 2735058 w 5199376"/>
                  <a:gd name="connsiteY2" fmla="*/ 0 h 2149557"/>
                  <a:gd name="connsiteX3" fmla="*/ 5199376 w 5199376"/>
                  <a:gd name="connsiteY3" fmla="*/ 2149557 h 2149557"/>
                  <a:gd name="connsiteX4" fmla="*/ 0 w 5199376"/>
                  <a:gd name="connsiteY4" fmla="*/ 2147738 h 2149557"/>
                  <a:gd name="connsiteX0" fmla="*/ 0 w 5199376"/>
                  <a:gd name="connsiteY0" fmla="*/ 2147738 h 2149557"/>
                  <a:gd name="connsiteX1" fmla="*/ 0 w 5199376"/>
                  <a:gd name="connsiteY1" fmla="*/ 936923 h 2149557"/>
                  <a:gd name="connsiteX2" fmla="*/ 3018742 w 5199376"/>
                  <a:gd name="connsiteY2" fmla="*/ 0 h 2149557"/>
                  <a:gd name="connsiteX3" fmla="*/ 5199376 w 5199376"/>
                  <a:gd name="connsiteY3" fmla="*/ 2149557 h 2149557"/>
                  <a:gd name="connsiteX4" fmla="*/ 0 w 5199376"/>
                  <a:gd name="connsiteY4" fmla="*/ 2147738 h 2149557"/>
                  <a:gd name="connsiteX0" fmla="*/ 0 w 5199376"/>
                  <a:gd name="connsiteY0" fmla="*/ 2147738 h 2149557"/>
                  <a:gd name="connsiteX1" fmla="*/ 0 w 5199376"/>
                  <a:gd name="connsiteY1" fmla="*/ 848615 h 2149557"/>
                  <a:gd name="connsiteX2" fmla="*/ 3018742 w 5199376"/>
                  <a:gd name="connsiteY2" fmla="*/ 0 h 2149557"/>
                  <a:gd name="connsiteX3" fmla="*/ 5199376 w 5199376"/>
                  <a:gd name="connsiteY3" fmla="*/ 2149557 h 2149557"/>
                  <a:gd name="connsiteX4" fmla="*/ 0 w 5199376"/>
                  <a:gd name="connsiteY4" fmla="*/ 2147738 h 2149557"/>
                  <a:gd name="connsiteX0" fmla="*/ 0 w 6610786"/>
                  <a:gd name="connsiteY0" fmla="*/ 2147738 h 2166780"/>
                  <a:gd name="connsiteX1" fmla="*/ 0 w 6610786"/>
                  <a:gd name="connsiteY1" fmla="*/ 848615 h 2166780"/>
                  <a:gd name="connsiteX2" fmla="*/ 3018742 w 6610786"/>
                  <a:gd name="connsiteY2" fmla="*/ 0 h 2166780"/>
                  <a:gd name="connsiteX3" fmla="*/ 6610785 w 6610786"/>
                  <a:gd name="connsiteY3" fmla="*/ 2166780 h 2166780"/>
                  <a:gd name="connsiteX4" fmla="*/ 0 w 6610786"/>
                  <a:gd name="connsiteY4" fmla="*/ 2147738 h 2166780"/>
                  <a:gd name="connsiteX0" fmla="*/ 0 w 6610786"/>
                  <a:gd name="connsiteY0" fmla="*/ 2147738 h 2166780"/>
                  <a:gd name="connsiteX1" fmla="*/ 0 w 6610786"/>
                  <a:gd name="connsiteY1" fmla="*/ 873811 h 2166780"/>
                  <a:gd name="connsiteX2" fmla="*/ 3018742 w 6610786"/>
                  <a:gd name="connsiteY2" fmla="*/ 0 h 2166780"/>
                  <a:gd name="connsiteX3" fmla="*/ 6610785 w 6610786"/>
                  <a:gd name="connsiteY3" fmla="*/ 2166780 h 2166780"/>
                  <a:gd name="connsiteX4" fmla="*/ 0 w 6610786"/>
                  <a:gd name="connsiteY4" fmla="*/ 2147738 h 2166780"/>
                  <a:gd name="connsiteX0" fmla="*/ 0 w 6016398"/>
                  <a:gd name="connsiteY0" fmla="*/ 2147738 h 2147738"/>
                  <a:gd name="connsiteX1" fmla="*/ 0 w 6016398"/>
                  <a:gd name="connsiteY1" fmla="*/ 873811 h 2147738"/>
                  <a:gd name="connsiteX2" fmla="*/ 3018742 w 6016398"/>
                  <a:gd name="connsiteY2" fmla="*/ 0 h 2147738"/>
                  <a:gd name="connsiteX3" fmla="*/ 6016398 w 6016398"/>
                  <a:gd name="connsiteY3" fmla="*/ 1799271 h 2147738"/>
                  <a:gd name="connsiteX4" fmla="*/ 0 w 6016398"/>
                  <a:gd name="connsiteY4" fmla="*/ 2147738 h 2147738"/>
                  <a:gd name="connsiteX0" fmla="*/ 0 w 6016398"/>
                  <a:gd name="connsiteY0" fmla="*/ 2147738 h 2147738"/>
                  <a:gd name="connsiteX1" fmla="*/ 546559 w 6016398"/>
                  <a:gd name="connsiteY1" fmla="*/ 713384 h 2147738"/>
                  <a:gd name="connsiteX2" fmla="*/ 3018742 w 6016398"/>
                  <a:gd name="connsiteY2" fmla="*/ 0 h 2147738"/>
                  <a:gd name="connsiteX3" fmla="*/ 6016398 w 6016398"/>
                  <a:gd name="connsiteY3" fmla="*/ 1799271 h 2147738"/>
                  <a:gd name="connsiteX4" fmla="*/ 0 w 6016398"/>
                  <a:gd name="connsiteY4" fmla="*/ 2147738 h 2147738"/>
                  <a:gd name="connsiteX0" fmla="*/ -1 w 5739250"/>
                  <a:gd name="connsiteY0" fmla="*/ 1649439 h 1799271"/>
                  <a:gd name="connsiteX1" fmla="*/ 269411 w 5739250"/>
                  <a:gd name="connsiteY1" fmla="*/ 713384 h 1799271"/>
                  <a:gd name="connsiteX2" fmla="*/ 2741594 w 5739250"/>
                  <a:gd name="connsiteY2" fmla="*/ 0 h 1799271"/>
                  <a:gd name="connsiteX3" fmla="*/ 5739250 w 5739250"/>
                  <a:gd name="connsiteY3" fmla="*/ 1799271 h 1799271"/>
                  <a:gd name="connsiteX4" fmla="*/ -1 w 5739250"/>
                  <a:gd name="connsiteY4" fmla="*/ 1649439 h 1799271"/>
                  <a:gd name="connsiteX0" fmla="*/ -1 w 5737772"/>
                  <a:gd name="connsiteY0" fmla="*/ 1644317 h 1799271"/>
                  <a:gd name="connsiteX1" fmla="*/ 267933 w 5737772"/>
                  <a:gd name="connsiteY1" fmla="*/ 713384 h 1799271"/>
                  <a:gd name="connsiteX2" fmla="*/ 2740116 w 5737772"/>
                  <a:gd name="connsiteY2" fmla="*/ 0 h 1799271"/>
                  <a:gd name="connsiteX3" fmla="*/ 5737772 w 5737772"/>
                  <a:gd name="connsiteY3" fmla="*/ 1799271 h 1799271"/>
                  <a:gd name="connsiteX4" fmla="*/ -1 w 5737772"/>
                  <a:gd name="connsiteY4" fmla="*/ 1644317 h 1799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37772" h="1799271">
                    <a:moveTo>
                      <a:pt x="-1" y="1644317"/>
                    </a:moveTo>
                    <a:lnTo>
                      <a:pt x="267933" y="713384"/>
                    </a:lnTo>
                    <a:lnTo>
                      <a:pt x="2740116" y="0"/>
                    </a:lnTo>
                    <a:lnTo>
                      <a:pt x="5737772" y="1799271"/>
                    </a:lnTo>
                    <a:lnTo>
                      <a:pt x="-1" y="1644317"/>
                    </a:lnTo>
                    <a:close/>
                  </a:path>
                </a:pathLst>
              </a:custGeom>
              <a:solidFill>
                <a:srgbClr val="FFFF00">
                  <a:alpha val="50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7" name="Trapezoid 11"/>
              <p:cNvSpPr/>
              <p:nvPr userDrawn="1"/>
            </p:nvSpPr>
            <p:spPr>
              <a:xfrm rot="5400000" flipH="1">
                <a:off x="14666" y="5388297"/>
                <a:ext cx="1475851" cy="1511501"/>
              </a:xfrm>
              <a:custGeom>
                <a:avLst/>
                <a:gdLst>
                  <a:gd name="connsiteX0" fmla="*/ 0 w 4694555"/>
                  <a:gd name="connsiteY0" fmla="*/ 1910080 h 1910080"/>
                  <a:gd name="connsiteX1" fmla="*/ 477520 w 4694555"/>
                  <a:gd name="connsiteY1" fmla="*/ 0 h 1910080"/>
                  <a:gd name="connsiteX2" fmla="*/ 4217035 w 4694555"/>
                  <a:gd name="connsiteY2" fmla="*/ 0 h 1910080"/>
                  <a:gd name="connsiteX3" fmla="*/ 4694555 w 4694555"/>
                  <a:gd name="connsiteY3" fmla="*/ 1910080 h 1910080"/>
                  <a:gd name="connsiteX4" fmla="*/ 0 w 4694555"/>
                  <a:gd name="connsiteY4" fmla="*/ 1910080 h 1910080"/>
                  <a:gd name="connsiteX0" fmla="*/ 0 w 4694555"/>
                  <a:gd name="connsiteY0" fmla="*/ 1910080 h 1910080"/>
                  <a:gd name="connsiteX1" fmla="*/ 0 w 4694555"/>
                  <a:gd name="connsiteY1" fmla="*/ 641444 h 1910080"/>
                  <a:gd name="connsiteX2" fmla="*/ 4217035 w 4694555"/>
                  <a:gd name="connsiteY2" fmla="*/ 0 h 1910080"/>
                  <a:gd name="connsiteX3" fmla="*/ 4694555 w 4694555"/>
                  <a:gd name="connsiteY3" fmla="*/ 1910080 h 1910080"/>
                  <a:gd name="connsiteX4" fmla="*/ 0 w 4694555"/>
                  <a:gd name="connsiteY4" fmla="*/ 1910080 h 1910080"/>
                  <a:gd name="connsiteX0" fmla="*/ 0 w 4694555"/>
                  <a:gd name="connsiteY0" fmla="*/ 1896432 h 1896432"/>
                  <a:gd name="connsiteX1" fmla="*/ 0 w 4694555"/>
                  <a:gd name="connsiteY1" fmla="*/ 627796 h 1896432"/>
                  <a:gd name="connsiteX2" fmla="*/ 2770372 w 4694555"/>
                  <a:gd name="connsiteY2" fmla="*/ 0 h 1896432"/>
                  <a:gd name="connsiteX3" fmla="*/ 4694555 w 4694555"/>
                  <a:gd name="connsiteY3" fmla="*/ 1896432 h 1896432"/>
                  <a:gd name="connsiteX4" fmla="*/ 0 w 4694555"/>
                  <a:gd name="connsiteY4" fmla="*/ 1896432 h 1896432"/>
                  <a:gd name="connsiteX0" fmla="*/ 0 w 4721850"/>
                  <a:gd name="connsiteY0" fmla="*/ 1896432 h 1896432"/>
                  <a:gd name="connsiteX1" fmla="*/ 0 w 4721850"/>
                  <a:gd name="connsiteY1" fmla="*/ 627796 h 1896432"/>
                  <a:gd name="connsiteX2" fmla="*/ 2770372 w 4721850"/>
                  <a:gd name="connsiteY2" fmla="*/ 0 h 1896432"/>
                  <a:gd name="connsiteX3" fmla="*/ 4721850 w 4721850"/>
                  <a:gd name="connsiteY3" fmla="*/ 1896432 h 1896432"/>
                  <a:gd name="connsiteX4" fmla="*/ 0 w 4721850"/>
                  <a:gd name="connsiteY4" fmla="*/ 1896432 h 1896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21850" h="1896432">
                    <a:moveTo>
                      <a:pt x="0" y="1896432"/>
                    </a:moveTo>
                    <a:lnTo>
                      <a:pt x="0" y="627796"/>
                    </a:lnTo>
                    <a:lnTo>
                      <a:pt x="2770372" y="0"/>
                    </a:lnTo>
                    <a:lnTo>
                      <a:pt x="4721850" y="1896432"/>
                    </a:lnTo>
                    <a:lnTo>
                      <a:pt x="0" y="1896432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8" name="Isosceles Triangle 6"/>
              <p:cNvSpPr/>
              <p:nvPr userDrawn="1"/>
            </p:nvSpPr>
            <p:spPr>
              <a:xfrm>
                <a:off x="596084" y="6017434"/>
                <a:ext cx="908837" cy="865173"/>
              </a:xfrm>
              <a:custGeom>
                <a:avLst/>
                <a:gdLst>
                  <a:gd name="connsiteX0" fmla="*/ 0 w 457200"/>
                  <a:gd name="connsiteY0" fmla="*/ 1209675 h 1209675"/>
                  <a:gd name="connsiteX1" fmla="*/ 228600 w 457200"/>
                  <a:gd name="connsiteY1" fmla="*/ 0 h 1209675"/>
                  <a:gd name="connsiteX2" fmla="*/ 457200 w 457200"/>
                  <a:gd name="connsiteY2" fmla="*/ 1209675 h 1209675"/>
                  <a:gd name="connsiteX3" fmla="*/ 0 w 457200"/>
                  <a:gd name="connsiteY3" fmla="*/ 1209675 h 1209675"/>
                  <a:gd name="connsiteX0" fmla="*/ 0 w 1014412"/>
                  <a:gd name="connsiteY0" fmla="*/ 1000122 h 1000122"/>
                  <a:gd name="connsiteX1" fmla="*/ 1014412 w 1014412"/>
                  <a:gd name="connsiteY1" fmla="*/ 0 h 1000122"/>
                  <a:gd name="connsiteX2" fmla="*/ 457200 w 1014412"/>
                  <a:gd name="connsiteY2" fmla="*/ 1000122 h 1000122"/>
                  <a:gd name="connsiteX3" fmla="*/ 0 w 1014412"/>
                  <a:gd name="connsiteY3" fmla="*/ 1000122 h 10001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14412" h="1000122">
                    <a:moveTo>
                      <a:pt x="0" y="1000122"/>
                    </a:moveTo>
                    <a:lnTo>
                      <a:pt x="1014412" y="0"/>
                    </a:lnTo>
                    <a:lnTo>
                      <a:pt x="457200" y="1000122"/>
                    </a:lnTo>
                    <a:lnTo>
                      <a:pt x="0" y="1000122"/>
                    </a:lnTo>
                    <a:close/>
                  </a:path>
                </a:pathLst>
              </a:custGeom>
              <a:solidFill>
                <a:schemeClr val="dk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031" y="288359"/>
              <a:ext cx="696298" cy="688107"/>
            </a:xfrm>
            <a:prstGeom prst="rect">
              <a:avLst/>
            </a:prstGeom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4916BFFD-626E-4E54-A59A-6E94BAC4DE6B}"/>
              </a:ext>
            </a:extLst>
          </p:cNvPr>
          <p:cNvSpPr txBox="1"/>
          <p:nvPr userDrawn="1"/>
        </p:nvSpPr>
        <p:spPr>
          <a:xfrm>
            <a:off x="771414" y="1330367"/>
            <a:ext cx="2954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15A45BB6-5FA8-497D-90E3-DA06B599603A}"/>
              </a:ext>
            </a:extLst>
          </p:cNvPr>
          <p:cNvSpPr txBox="1"/>
          <p:nvPr userDrawn="1"/>
        </p:nvSpPr>
        <p:spPr>
          <a:xfrm>
            <a:off x="1100645" y="2181815"/>
            <a:ext cx="195020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cs typeface="Arial" pitchFamily="34" charset="0"/>
              </a:rPr>
              <a:t>You can simply impress your audience and add a unique zing and appeal to your Presentations. I hope and I believe that this Template will your Time, Money and Reputation. You can simply impress your audience and add a unique zing and appeal to your Presentations. Easy to change colors, photos and Text. </a:t>
            </a:r>
            <a:endParaRPr lang="ko-KR" altLang="en-US" sz="14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521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9297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03539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layout">
    <p:bg>
      <p:bgPr>
        <a:blipFill dpi="0" rotWithShape="1">
          <a:blip r:embed="rId2" cstate="print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 Same Side Corner Rectangle 5"/>
          <p:cNvSpPr/>
          <p:nvPr userDrawn="1"/>
        </p:nvSpPr>
        <p:spPr>
          <a:xfrm flipV="1">
            <a:off x="1093863" y="-1"/>
            <a:ext cx="2392822" cy="1204957"/>
          </a:xfrm>
          <a:prstGeom prst="round2SameRect">
            <a:avLst>
              <a:gd name="adj1" fmla="val 25178"/>
              <a:gd name="adj2" fmla="val 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020" y="145277"/>
            <a:ext cx="925286" cy="914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085" y="145277"/>
            <a:ext cx="979714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964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bg>
      <p:bgPr>
        <a:blipFill dpi="0" rotWithShape="1">
          <a:blip r:embed="rId2" cstate="print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-3757" y="0"/>
            <a:ext cx="12192000" cy="6858000"/>
          </a:xfrm>
          <a:prstGeom prst="rect">
            <a:avLst/>
          </a:prstGeom>
          <a:solidFill>
            <a:schemeClr val="tx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510932" y="478564"/>
            <a:ext cx="11162623" cy="5999148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73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yle slide layout">
    <p:bg>
      <p:bgPr>
        <a:blipFill dpi="0" rotWithShape="1">
          <a:blip r:embed="rId2" cstate="print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AD12A631-1449-458D-8F7A-DD74ACB1BF08}"/>
              </a:ext>
            </a:extLst>
          </p:cNvPr>
          <p:cNvSpPr/>
          <p:nvPr userDrawn="1"/>
        </p:nvSpPr>
        <p:spPr>
          <a:xfrm>
            <a:off x="0" y="2858807"/>
            <a:ext cx="12191999" cy="2204134"/>
          </a:xfrm>
          <a:prstGeom prst="rect">
            <a:avLst/>
          </a:prstGeom>
          <a:gradFill flip="none" rotWithShape="1">
            <a:gsLst>
              <a:gs pos="74000">
                <a:schemeClr val="tx2">
                  <a:alpha val="70000"/>
                </a:schemeClr>
              </a:gs>
              <a:gs pos="45000">
                <a:schemeClr val="tx2">
                  <a:alpha val="80000"/>
                </a:schemeClr>
              </a:gs>
              <a:gs pos="8000">
                <a:schemeClr val="tx2">
                  <a:alpha val="0"/>
                </a:schemeClr>
              </a:gs>
              <a:gs pos="96000">
                <a:schemeClr val="tx2">
                  <a:alpha val="2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xmlns="" id="{D01CFF7D-B6F4-4B1B-9C6A-AB93A7AA88C1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930752" y="2858807"/>
            <a:ext cx="3907112" cy="21866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7448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yle slide layout">
    <p:bg>
      <p:bgPr>
        <a:blipFill dpi="0" rotWithShape="1">
          <a:blip r:embed="rId2" cstate="print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3">
            <a:extLst>
              <a:ext uri="{FF2B5EF4-FFF2-40B4-BE49-F238E27FC236}">
                <a16:creationId xmlns:a16="http://schemas.microsoft.com/office/drawing/2014/main" xmlns="" id="{2C54D7FD-BDA4-445B-8877-80F2FB48F04C}"/>
              </a:ext>
            </a:extLst>
          </p:cNvPr>
          <p:cNvSpPr/>
          <p:nvPr userDrawn="1"/>
        </p:nvSpPr>
        <p:spPr>
          <a:xfrm>
            <a:off x="292770" y="312821"/>
            <a:ext cx="7503694" cy="6304547"/>
          </a:xfrm>
          <a:custGeom>
            <a:avLst/>
            <a:gdLst>
              <a:gd name="connsiteX0" fmla="*/ 0 w 8066763"/>
              <a:gd name="connsiteY0" fmla="*/ 0 h 6304547"/>
              <a:gd name="connsiteX1" fmla="*/ 8066763 w 8066763"/>
              <a:gd name="connsiteY1" fmla="*/ 0 h 6304547"/>
              <a:gd name="connsiteX2" fmla="*/ 5597407 w 8066763"/>
              <a:gd name="connsiteY2" fmla="*/ 6304547 h 6304547"/>
              <a:gd name="connsiteX3" fmla="*/ 0 w 8066763"/>
              <a:gd name="connsiteY3" fmla="*/ 6304547 h 6304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66763" h="6304547">
                <a:moveTo>
                  <a:pt x="0" y="0"/>
                </a:moveTo>
                <a:lnTo>
                  <a:pt x="8066763" y="0"/>
                </a:lnTo>
                <a:lnTo>
                  <a:pt x="5597407" y="6304547"/>
                </a:lnTo>
                <a:lnTo>
                  <a:pt x="0" y="6304547"/>
                </a:lnTo>
                <a:close/>
              </a:path>
            </a:pathLst>
          </a:cu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0842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xmlns="" id="{CB7E376F-0253-46E6-902C-2CA1892242C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"/>
            <a:ext cx="12192002" cy="376034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  <p:sp>
        <p:nvSpPr>
          <p:cNvPr id="11" name="Trapezoid 13"/>
          <p:cNvSpPr/>
          <p:nvPr userDrawn="1"/>
        </p:nvSpPr>
        <p:spPr>
          <a:xfrm>
            <a:off x="0" y="6455121"/>
            <a:ext cx="12186372" cy="424518"/>
          </a:xfrm>
          <a:custGeom>
            <a:avLst/>
            <a:gdLst>
              <a:gd name="connsiteX0" fmla="*/ 0 w 7383145"/>
              <a:gd name="connsiteY0" fmla="*/ 1678305 h 1678305"/>
              <a:gd name="connsiteX1" fmla="*/ 419576 w 7383145"/>
              <a:gd name="connsiteY1" fmla="*/ 0 h 1678305"/>
              <a:gd name="connsiteX2" fmla="*/ 6963569 w 7383145"/>
              <a:gd name="connsiteY2" fmla="*/ 0 h 1678305"/>
              <a:gd name="connsiteX3" fmla="*/ 7383145 w 7383145"/>
              <a:gd name="connsiteY3" fmla="*/ 1678305 h 1678305"/>
              <a:gd name="connsiteX4" fmla="*/ 0 w 7383145"/>
              <a:gd name="connsiteY4" fmla="*/ 1678305 h 1678305"/>
              <a:gd name="connsiteX0" fmla="*/ 0 w 7392860"/>
              <a:gd name="connsiteY0" fmla="*/ 1705601 h 1705601"/>
              <a:gd name="connsiteX1" fmla="*/ 419576 w 7392860"/>
              <a:gd name="connsiteY1" fmla="*/ 27296 h 1705601"/>
              <a:gd name="connsiteX2" fmla="*/ 7392860 w 7392860"/>
              <a:gd name="connsiteY2" fmla="*/ 0 h 1705601"/>
              <a:gd name="connsiteX3" fmla="*/ 7383145 w 7392860"/>
              <a:gd name="connsiteY3" fmla="*/ 1705601 h 1705601"/>
              <a:gd name="connsiteX4" fmla="*/ 0 w 7392860"/>
              <a:gd name="connsiteY4" fmla="*/ 1705601 h 1705601"/>
              <a:gd name="connsiteX0" fmla="*/ 0 w 7392860"/>
              <a:gd name="connsiteY0" fmla="*/ 1705601 h 1705601"/>
              <a:gd name="connsiteX1" fmla="*/ 119317 w 7392860"/>
              <a:gd name="connsiteY1" fmla="*/ 477669 h 1705601"/>
              <a:gd name="connsiteX2" fmla="*/ 7392860 w 7392860"/>
              <a:gd name="connsiteY2" fmla="*/ 0 h 1705601"/>
              <a:gd name="connsiteX3" fmla="*/ 7383145 w 7392860"/>
              <a:gd name="connsiteY3" fmla="*/ 1705601 h 1705601"/>
              <a:gd name="connsiteX4" fmla="*/ 0 w 7392860"/>
              <a:gd name="connsiteY4" fmla="*/ 1705601 h 1705601"/>
              <a:gd name="connsiteX0" fmla="*/ 2842324 w 7273543"/>
              <a:gd name="connsiteY0" fmla="*/ 1378057 h 1705601"/>
              <a:gd name="connsiteX1" fmla="*/ 0 w 7273543"/>
              <a:gd name="connsiteY1" fmla="*/ 477669 h 1705601"/>
              <a:gd name="connsiteX2" fmla="*/ 7273543 w 7273543"/>
              <a:gd name="connsiteY2" fmla="*/ 0 h 1705601"/>
              <a:gd name="connsiteX3" fmla="*/ 7263828 w 7273543"/>
              <a:gd name="connsiteY3" fmla="*/ 1705601 h 1705601"/>
              <a:gd name="connsiteX4" fmla="*/ 2842324 w 7273543"/>
              <a:gd name="connsiteY4" fmla="*/ 1378057 h 1705601"/>
              <a:gd name="connsiteX0" fmla="*/ 1259129 w 7273543"/>
              <a:gd name="connsiteY0" fmla="*/ 1705601 h 1705601"/>
              <a:gd name="connsiteX1" fmla="*/ 0 w 7273543"/>
              <a:gd name="connsiteY1" fmla="*/ 477669 h 1705601"/>
              <a:gd name="connsiteX2" fmla="*/ 7273543 w 7273543"/>
              <a:gd name="connsiteY2" fmla="*/ 0 h 1705601"/>
              <a:gd name="connsiteX3" fmla="*/ 7263828 w 7273543"/>
              <a:gd name="connsiteY3" fmla="*/ 1705601 h 1705601"/>
              <a:gd name="connsiteX4" fmla="*/ 1259129 w 7273543"/>
              <a:gd name="connsiteY4" fmla="*/ 1705601 h 1705601"/>
              <a:gd name="connsiteX0" fmla="*/ 890627 w 6905041"/>
              <a:gd name="connsiteY0" fmla="*/ 1705601 h 1705601"/>
              <a:gd name="connsiteX1" fmla="*/ 0 w 6905041"/>
              <a:gd name="connsiteY1" fmla="*/ 859805 h 1705601"/>
              <a:gd name="connsiteX2" fmla="*/ 6905041 w 6905041"/>
              <a:gd name="connsiteY2" fmla="*/ 0 h 1705601"/>
              <a:gd name="connsiteX3" fmla="*/ 6895326 w 6905041"/>
              <a:gd name="connsiteY3" fmla="*/ 1705601 h 1705601"/>
              <a:gd name="connsiteX4" fmla="*/ 890627 w 6905041"/>
              <a:gd name="connsiteY4" fmla="*/ 1705601 h 1705601"/>
              <a:gd name="connsiteX0" fmla="*/ 822387 w 6836801"/>
              <a:gd name="connsiteY0" fmla="*/ 1705601 h 1705601"/>
              <a:gd name="connsiteX1" fmla="*/ 0 w 6836801"/>
              <a:gd name="connsiteY1" fmla="*/ 887100 h 1705601"/>
              <a:gd name="connsiteX2" fmla="*/ 6836801 w 6836801"/>
              <a:gd name="connsiteY2" fmla="*/ 0 h 1705601"/>
              <a:gd name="connsiteX3" fmla="*/ 6827086 w 6836801"/>
              <a:gd name="connsiteY3" fmla="*/ 1705601 h 1705601"/>
              <a:gd name="connsiteX4" fmla="*/ 822387 w 6836801"/>
              <a:gd name="connsiteY4" fmla="*/ 1705601 h 1705601"/>
              <a:gd name="connsiteX0" fmla="*/ 0 w 6911778"/>
              <a:gd name="connsiteY0" fmla="*/ 1691953 h 1705601"/>
              <a:gd name="connsiteX1" fmla="*/ 74977 w 6911778"/>
              <a:gd name="connsiteY1" fmla="*/ 887100 h 1705601"/>
              <a:gd name="connsiteX2" fmla="*/ 6911778 w 6911778"/>
              <a:gd name="connsiteY2" fmla="*/ 0 h 1705601"/>
              <a:gd name="connsiteX3" fmla="*/ 6902063 w 6911778"/>
              <a:gd name="connsiteY3" fmla="*/ 1705601 h 1705601"/>
              <a:gd name="connsiteX4" fmla="*/ 0 w 6911778"/>
              <a:gd name="connsiteY4" fmla="*/ 1691953 h 1705601"/>
              <a:gd name="connsiteX0" fmla="*/ 354728 w 7266506"/>
              <a:gd name="connsiteY0" fmla="*/ 1691953 h 1705601"/>
              <a:gd name="connsiteX1" fmla="*/ 0 w 7266506"/>
              <a:gd name="connsiteY1" fmla="*/ 996282 h 1705601"/>
              <a:gd name="connsiteX2" fmla="*/ 7266506 w 7266506"/>
              <a:gd name="connsiteY2" fmla="*/ 0 h 1705601"/>
              <a:gd name="connsiteX3" fmla="*/ 7256791 w 7266506"/>
              <a:gd name="connsiteY3" fmla="*/ 1705601 h 1705601"/>
              <a:gd name="connsiteX4" fmla="*/ 354728 w 7266506"/>
              <a:gd name="connsiteY4" fmla="*/ 1691953 h 1705601"/>
              <a:gd name="connsiteX0" fmla="*/ 320772 w 7266506"/>
              <a:gd name="connsiteY0" fmla="*/ 1709159 h 1709159"/>
              <a:gd name="connsiteX1" fmla="*/ 0 w 7266506"/>
              <a:gd name="connsiteY1" fmla="*/ 996282 h 1709159"/>
              <a:gd name="connsiteX2" fmla="*/ 7266506 w 7266506"/>
              <a:gd name="connsiteY2" fmla="*/ 0 h 1709159"/>
              <a:gd name="connsiteX3" fmla="*/ 7256791 w 7266506"/>
              <a:gd name="connsiteY3" fmla="*/ 1705601 h 1709159"/>
              <a:gd name="connsiteX4" fmla="*/ 320772 w 7266506"/>
              <a:gd name="connsiteY4" fmla="*/ 1709159 h 1709159"/>
              <a:gd name="connsiteX0" fmla="*/ 320772 w 7266506"/>
              <a:gd name="connsiteY0" fmla="*/ 1709159 h 1709159"/>
              <a:gd name="connsiteX1" fmla="*/ 0 w 7266506"/>
              <a:gd name="connsiteY1" fmla="*/ 996282 h 1709159"/>
              <a:gd name="connsiteX2" fmla="*/ 7266506 w 7266506"/>
              <a:gd name="connsiteY2" fmla="*/ 0 h 1709159"/>
              <a:gd name="connsiteX3" fmla="*/ 7256792 w 7266506"/>
              <a:gd name="connsiteY3" fmla="*/ 1008872 h 1709159"/>
              <a:gd name="connsiteX4" fmla="*/ 320772 w 7266506"/>
              <a:gd name="connsiteY4" fmla="*/ 1709159 h 1709159"/>
              <a:gd name="connsiteX0" fmla="*/ 345 w 7266506"/>
              <a:gd name="connsiteY0" fmla="*/ 1005796 h 1008872"/>
              <a:gd name="connsiteX1" fmla="*/ 0 w 7266506"/>
              <a:gd name="connsiteY1" fmla="*/ 996282 h 1008872"/>
              <a:gd name="connsiteX2" fmla="*/ 7266506 w 7266506"/>
              <a:gd name="connsiteY2" fmla="*/ 0 h 1008872"/>
              <a:gd name="connsiteX3" fmla="*/ 7256792 w 7266506"/>
              <a:gd name="connsiteY3" fmla="*/ 1008872 h 1008872"/>
              <a:gd name="connsiteX4" fmla="*/ 345 w 7266506"/>
              <a:gd name="connsiteY4" fmla="*/ 1005796 h 1008872"/>
              <a:gd name="connsiteX0" fmla="*/ 345 w 7266506"/>
              <a:gd name="connsiteY0" fmla="*/ 1005796 h 1005796"/>
              <a:gd name="connsiteX1" fmla="*/ 0 w 7266506"/>
              <a:gd name="connsiteY1" fmla="*/ 996282 h 1005796"/>
              <a:gd name="connsiteX2" fmla="*/ 7266506 w 7266506"/>
              <a:gd name="connsiteY2" fmla="*/ 0 h 1005796"/>
              <a:gd name="connsiteX3" fmla="*/ 7248781 w 7266506"/>
              <a:gd name="connsiteY3" fmla="*/ 995601 h 1005796"/>
              <a:gd name="connsiteX4" fmla="*/ 345 w 7266506"/>
              <a:gd name="connsiteY4" fmla="*/ 1005796 h 1005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66506" h="1005796">
                <a:moveTo>
                  <a:pt x="345" y="1005796"/>
                </a:moveTo>
                <a:lnTo>
                  <a:pt x="0" y="996282"/>
                </a:lnTo>
                <a:lnTo>
                  <a:pt x="7266506" y="0"/>
                </a:lnTo>
                <a:cubicBezTo>
                  <a:pt x="7263268" y="568534"/>
                  <a:pt x="7252019" y="427067"/>
                  <a:pt x="7248781" y="995601"/>
                </a:cubicBezTo>
                <a:lnTo>
                  <a:pt x="345" y="1005796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2" name="Trapezoid 11"/>
          <p:cNvSpPr/>
          <p:nvPr userDrawn="1"/>
        </p:nvSpPr>
        <p:spPr>
          <a:xfrm rot="15893802">
            <a:off x="10131769" y="4865596"/>
            <a:ext cx="1282015" cy="2962459"/>
          </a:xfrm>
          <a:custGeom>
            <a:avLst/>
            <a:gdLst>
              <a:gd name="connsiteX0" fmla="*/ 0 w 4694555"/>
              <a:gd name="connsiteY0" fmla="*/ 1910080 h 1910080"/>
              <a:gd name="connsiteX1" fmla="*/ 477520 w 4694555"/>
              <a:gd name="connsiteY1" fmla="*/ 0 h 1910080"/>
              <a:gd name="connsiteX2" fmla="*/ 4217035 w 4694555"/>
              <a:gd name="connsiteY2" fmla="*/ 0 h 1910080"/>
              <a:gd name="connsiteX3" fmla="*/ 4694555 w 4694555"/>
              <a:gd name="connsiteY3" fmla="*/ 1910080 h 1910080"/>
              <a:gd name="connsiteX4" fmla="*/ 0 w 4694555"/>
              <a:gd name="connsiteY4" fmla="*/ 1910080 h 1910080"/>
              <a:gd name="connsiteX0" fmla="*/ 0 w 4694555"/>
              <a:gd name="connsiteY0" fmla="*/ 1910080 h 1910080"/>
              <a:gd name="connsiteX1" fmla="*/ 0 w 4694555"/>
              <a:gd name="connsiteY1" fmla="*/ 641444 h 1910080"/>
              <a:gd name="connsiteX2" fmla="*/ 4217035 w 4694555"/>
              <a:gd name="connsiteY2" fmla="*/ 0 h 1910080"/>
              <a:gd name="connsiteX3" fmla="*/ 4694555 w 4694555"/>
              <a:gd name="connsiteY3" fmla="*/ 1910080 h 1910080"/>
              <a:gd name="connsiteX4" fmla="*/ 0 w 4694555"/>
              <a:gd name="connsiteY4" fmla="*/ 1910080 h 1910080"/>
              <a:gd name="connsiteX0" fmla="*/ 0 w 4694555"/>
              <a:gd name="connsiteY0" fmla="*/ 1896432 h 1896432"/>
              <a:gd name="connsiteX1" fmla="*/ 0 w 4694555"/>
              <a:gd name="connsiteY1" fmla="*/ 627796 h 1896432"/>
              <a:gd name="connsiteX2" fmla="*/ 2770372 w 4694555"/>
              <a:gd name="connsiteY2" fmla="*/ 0 h 1896432"/>
              <a:gd name="connsiteX3" fmla="*/ 4694555 w 4694555"/>
              <a:gd name="connsiteY3" fmla="*/ 1896432 h 1896432"/>
              <a:gd name="connsiteX4" fmla="*/ 0 w 4694555"/>
              <a:gd name="connsiteY4" fmla="*/ 1896432 h 1896432"/>
              <a:gd name="connsiteX0" fmla="*/ 0 w 4721850"/>
              <a:gd name="connsiteY0" fmla="*/ 1896432 h 1896432"/>
              <a:gd name="connsiteX1" fmla="*/ 0 w 4721850"/>
              <a:gd name="connsiteY1" fmla="*/ 627796 h 1896432"/>
              <a:gd name="connsiteX2" fmla="*/ 2770372 w 4721850"/>
              <a:gd name="connsiteY2" fmla="*/ 0 h 1896432"/>
              <a:gd name="connsiteX3" fmla="*/ 4721850 w 4721850"/>
              <a:gd name="connsiteY3" fmla="*/ 1896432 h 1896432"/>
              <a:gd name="connsiteX4" fmla="*/ 0 w 4721850"/>
              <a:gd name="connsiteY4" fmla="*/ 1896432 h 1896432"/>
              <a:gd name="connsiteX0" fmla="*/ 0 w 4721850"/>
              <a:gd name="connsiteY0" fmla="*/ 2162454 h 2162454"/>
              <a:gd name="connsiteX1" fmla="*/ 0 w 4721850"/>
              <a:gd name="connsiteY1" fmla="*/ 893818 h 2162454"/>
              <a:gd name="connsiteX2" fmla="*/ 2404095 w 4721850"/>
              <a:gd name="connsiteY2" fmla="*/ 0 h 2162454"/>
              <a:gd name="connsiteX3" fmla="*/ 4721850 w 4721850"/>
              <a:gd name="connsiteY3" fmla="*/ 2162454 h 2162454"/>
              <a:gd name="connsiteX4" fmla="*/ 0 w 4721850"/>
              <a:gd name="connsiteY4" fmla="*/ 2162454 h 2162454"/>
              <a:gd name="connsiteX0" fmla="*/ 0 w 4721850"/>
              <a:gd name="connsiteY0" fmla="*/ 2162454 h 2162454"/>
              <a:gd name="connsiteX1" fmla="*/ 261625 w 4721850"/>
              <a:gd name="connsiteY1" fmla="*/ 1333258 h 2162454"/>
              <a:gd name="connsiteX2" fmla="*/ 2404095 w 4721850"/>
              <a:gd name="connsiteY2" fmla="*/ 0 h 2162454"/>
              <a:gd name="connsiteX3" fmla="*/ 4721850 w 4721850"/>
              <a:gd name="connsiteY3" fmla="*/ 2162454 h 2162454"/>
              <a:gd name="connsiteX4" fmla="*/ 0 w 4721850"/>
              <a:gd name="connsiteY4" fmla="*/ 2162454 h 2162454"/>
              <a:gd name="connsiteX0" fmla="*/ 0 w 4721850"/>
              <a:gd name="connsiteY0" fmla="*/ 2162454 h 2162454"/>
              <a:gd name="connsiteX1" fmla="*/ 0 w 4721850"/>
              <a:gd name="connsiteY1" fmla="*/ 951639 h 2162454"/>
              <a:gd name="connsiteX2" fmla="*/ 2404095 w 4721850"/>
              <a:gd name="connsiteY2" fmla="*/ 0 h 2162454"/>
              <a:gd name="connsiteX3" fmla="*/ 4721850 w 4721850"/>
              <a:gd name="connsiteY3" fmla="*/ 2162454 h 2162454"/>
              <a:gd name="connsiteX4" fmla="*/ 0 w 4721850"/>
              <a:gd name="connsiteY4" fmla="*/ 2162454 h 2162454"/>
              <a:gd name="connsiteX0" fmla="*/ 0 w 5506727"/>
              <a:gd name="connsiteY0" fmla="*/ 2162454 h 2162454"/>
              <a:gd name="connsiteX1" fmla="*/ 0 w 5506727"/>
              <a:gd name="connsiteY1" fmla="*/ 951639 h 2162454"/>
              <a:gd name="connsiteX2" fmla="*/ 2404095 w 5506727"/>
              <a:gd name="connsiteY2" fmla="*/ 0 h 2162454"/>
              <a:gd name="connsiteX3" fmla="*/ 5506727 w 5506727"/>
              <a:gd name="connsiteY3" fmla="*/ 2150890 h 2162454"/>
              <a:gd name="connsiteX4" fmla="*/ 0 w 5506727"/>
              <a:gd name="connsiteY4" fmla="*/ 2162454 h 2162454"/>
              <a:gd name="connsiteX0" fmla="*/ 0 w 5506727"/>
              <a:gd name="connsiteY0" fmla="*/ 2162454 h 2162454"/>
              <a:gd name="connsiteX1" fmla="*/ 0 w 5506727"/>
              <a:gd name="connsiteY1" fmla="*/ 951639 h 2162454"/>
              <a:gd name="connsiteX2" fmla="*/ 2404095 w 5506727"/>
              <a:gd name="connsiteY2" fmla="*/ 0 h 2162454"/>
              <a:gd name="connsiteX3" fmla="*/ 5506727 w 5506727"/>
              <a:gd name="connsiteY3" fmla="*/ 2162454 h 2162454"/>
              <a:gd name="connsiteX4" fmla="*/ 0 w 5506727"/>
              <a:gd name="connsiteY4" fmla="*/ 2162454 h 2162454"/>
              <a:gd name="connsiteX0" fmla="*/ 0 w 5199376"/>
              <a:gd name="connsiteY0" fmla="*/ 2162454 h 2164273"/>
              <a:gd name="connsiteX1" fmla="*/ 0 w 5199376"/>
              <a:gd name="connsiteY1" fmla="*/ 951639 h 2164273"/>
              <a:gd name="connsiteX2" fmla="*/ 2404095 w 5199376"/>
              <a:gd name="connsiteY2" fmla="*/ 0 h 2164273"/>
              <a:gd name="connsiteX3" fmla="*/ 5199376 w 5199376"/>
              <a:gd name="connsiteY3" fmla="*/ 2164273 h 2164273"/>
              <a:gd name="connsiteX4" fmla="*/ 0 w 5199376"/>
              <a:gd name="connsiteY4" fmla="*/ 2162454 h 2164273"/>
              <a:gd name="connsiteX0" fmla="*/ 0 w 5199376"/>
              <a:gd name="connsiteY0" fmla="*/ 2147738 h 2149557"/>
              <a:gd name="connsiteX1" fmla="*/ 0 w 5199376"/>
              <a:gd name="connsiteY1" fmla="*/ 936923 h 2149557"/>
              <a:gd name="connsiteX2" fmla="*/ 2735058 w 5199376"/>
              <a:gd name="connsiteY2" fmla="*/ 0 h 2149557"/>
              <a:gd name="connsiteX3" fmla="*/ 5199376 w 5199376"/>
              <a:gd name="connsiteY3" fmla="*/ 2149557 h 2149557"/>
              <a:gd name="connsiteX4" fmla="*/ 0 w 5199376"/>
              <a:gd name="connsiteY4" fmla="*/ 2147738 h 2149557"/>
              <a:gd name="connsiteX0" fmla="*/ 0 w 5199376"/>
              <a:gd name="connsiteY0" fmla="*/ 2147738 h 2149557"/>
              <a:gd name="connsiteX1" fmla="*/ 0 w 5199376"/>
              <a:gd name="connsiteY1" fmla="*/ 936923 h 2149557"/>
              <a:gd name="connsiteX2" fmla="*/ 3018742 w 5199376"/>
              <a:gd name="connsiteY2" fmla="*/ 0 h 2149557"/>
              <a:gd name="connsiteX3" fmla="*/ 5199376 w 5199376"/>
              <a:gd name="connsiteY3" fmla="*/ 2149557 h 2149557"/>
              <a:gd name="connsiteX4" fmla="*/ 0 w 5199376"/>
              <a:gd name="connsiteY4" fmla="*/ 2147738 h 2149557"/>
              <a:gd name="connsiteX0" fmla="*/ 0 w 5199376"/>
              <a:gd name="connsiteY0" fmla="*/ 2147738 h 2149557"/>
              <a:gd name="connsiteX1" fmla="*/ 0 w 5199376"/>
              <a:gd name="connsiteY1" fmla="*/ 848615 h 2149557"/>
              <a:gd name="connsiteX2" fmla="*/ 3018742 w 5199376"/>
              <a:gd name="connsiteY2" fmla="*/ 0 h 2149557"/>
              <a:gd name="connsiteX3" fmla="*/ 5199376 w 5199376"/>
              <a:gd name="connsiteY3" fmla="*/ 2149557 h 2149557"/>
              <a:gd name="connsiteX4" fmla="*/ 0 w 5199376"/>
              <a:gd name="connsiteY4" fmla="*/ 2147738 h 2149557"/>
              <a:gd name="connsiteX0" fmla="*/ 0 w 6610786"/>
              <a:gd name="connsiteY0" fmla="*/ 2147738 h 2166780"/>
              <a:gd name="connsiteX1" fmla="*/ 0 w 6610786"/>
              <a:gd name="connsiteY1" fmla="*/ 848615 h 2166780"/>
              <a:gd name="connsiteX2" fmla="*/ 3018742 w 6610786"/>
              <a:gd name="connsiteY2" fmla="*/ 0 h 2166780"/>
              <a:gd name="connsiteX3" fmla="*/ 6610785 w 6610786"/>
              <a:gd name="connsiteY3" fmla="*/ 2166780 h 2166780"/>
              <a:gd name="connsiteX4" fmla="*/ 0 w 6610786"/>
              <a:gd name="connsiteY4" fmla="*/ 2147738 h 2166780"/>
              <a:gd name="connsiteX0" fmla="*/ 0 w 6610786"/>
              <a:gd name="connsiteY0" fmla="*/ 2147738 h 2166780"/>
              <a:gd name="connsiteX1" fmla="*/ 0 w 6610786"/>
              <a:gd name="connsiteY1" fmla="*/ 873811 h 2166780"/>
              <a:gd name="connsiteX2" fmla="*/ 3018742 w 6610786"/>
              <a:gd name="connsiteY2" fmla="*/ 0 h 2166780"/>
              <a:gd name="connsiteX3" fmla="*/ 6610785 w 6610786"/>
              <a:gd name="connsiteY3" fmla="*/ 2166780 h 2166780"/>
              <a:gd name="connsiteX4" fmla="*/ 0 w 6610786"/>
              <a:gd name="connsiteY4" fmla="*/ 2147738 h 2166780"/>
              <a:gd name="connsiteX0" fmla="*/ 0 w 6016398"/>
              <a:gd name="connsiteY0" fmla="*/ 2147738 h 2147738"/>
              <a:gd name="connsiteX1" fmla="*/ 0 w 6016398"/>
              <a:gd name="connsiteY1" fmla="*/ 873811 h 2147738"/>
              <a:gd name="connsiteX2" fmla="*/ 3018742 w 6016398"/>
              <a:gd name="connsiteY2" fmla="*/ 0 h 2147738"/>
              <a:gd name="connsiteX3" fmla="*/ 6016398 w 6016398"/>
              <a:gd name="connsiteY3" fmla="*/ 1799271 h 2147738"/>
              <a:gd name="connsiteX4" fmla="*/ 0 w 6016398"/>
              <a:gd name="connsiteY4" fmla="*/ 2147738 h 2147738"/>
              <a:gd name="connsiteX0" fmla="*/ 0 w 6016398"/>
              <a:gd name="connsiteY0" fmla="*/ 2147738 h 2147738"/>
              <a:gd name="connsiteX1" fmla="*/ 546559 w 6016398"/>
              <a:gd name="connsiteY1" fmla="*/ 713384 h 2147738"/>
              <a:gd name="connsiteX2" fmla="*/ 3018742 w 6016398"/>
              <a:gd name="connsiteY2" fmla="*/ 0 h 2147738"/>
              <a:gd name="connsiteX3" fmla="*/ 6016398 w 6016398"/>
              <a:gd name="connsiteY3" fmla="*/ 1799271 h 2147738"/>
              <a:gd name="connsiteX4" fmla="*/ 0 w 6016398"/>
              <a:gd name="connsiteY4" fmla="*/ 2147738 h 2147738"/>
              <a:gd name="connsiteX0" fmla="*/ -1 w 5739250"/>
              <a:gd name="connsiteY0" fmla="*/ 1649439 h 1799271"/>
              <a:gd name="connsiteX1" fmla="*/ 269411 w 5739250"/>
              <a:gd name="connsiteY1" fmla="*/ 713384 h 1799271"/>
              <a:gd name="connsiteX2" fmla="*/ 2741594 w 5739250"/>
              <a:gd name="connsiteY2" fmla="*/ 0 h 1799271"/>
              <a:gd name="connsiteX3" fmla="*/ 5739250 w 5739250"/>
              <a:gd name="connsiteY3" fmla="*/ 1799271 h 1799271"/>
              <a:gd name="connsiteX4" fmla="*/ -1 w 5739250"/>
              <a:gd name="connsiteY4" fmla="*/ 1649439 h 1799271"/>
              <a:gd name="connsiteX0" fmla="*/ -1 w 5737772"/>
              <a:gd name="connsiteY0" fmla="*/ 1644317 h 1799271"/>
              <a:gd name="connsiteX1" fmla="*/ 267933 w 5737772"/>
              <a:gd name="connsiteY1" fmla="*/ 713384 h 1799271"/>
              <a:gd name="connsiteX2" fmla="*/ 2740116 w 5737772"/>
              <a:gd name="connsiteY2" fmla="*/ 0 h 1799271"/>
              <a:gd name="connsiteX3" fmla="*/ 5737772 w 5737772"/>
              <a:gd name="connsiteY3" fmla="*/ 1799271 h 1799271"/>
              <a:gd name="connsiteX4" fmla="*/ -1 w 5737772"/>
              <a:gd name="connsiteY4" fmla="*/ 1644317 h 1799271"/>
              <a:gd name="connsiteX0" fmla="*/ -1 w 4939054"/>
              <a:gd name="connsiteY0" fmla="*/ 1644317 h 1750549"/>
              <a:gd name="connsiteX1" fmla="*/ 267933 w 4939054"/>
              <a:gd name="connsiteY1" fmla="*/ 713384 h 1750549"/>
              <a:gd name="connsiteX2" fmla="*/ 2740116 w 4939054"/>
              <a:gd name="connsiteY2" fmla="*/ 0 h 1750549"/>
              <a:gd name="connsiteX3" fmla="*/ 4939054 w 4939054"/>
              <a:gd name="connsiteY3" fmla="*/ 1750549 h 1750549"/>
              <a:gd name="connsiteX4" fmla="*/ -1 w 4939054"/>
              <a:gd name="connsiteY4" fmla="*/ 1644317 h 1750549"/>
              <a:gd name="connsiteX0" fmla="*/ 1 w 4857903"/>
              <a:gd name="connsiteY0" fmla="*/ 1683044 h 1750549"/>
              <a:gd name="connsiteX1" fmla="*/ 186782 w 4857903"/>
              <a:gd name="connsiteY1" fmla="*/ 713384 h 1750549"/>
              <a:gd name="connsiteX2" fmla="*/ 2658965 w 4857903"/>
              <a:gd name="connsiteY2" fmla="*/ 0 h 1750549"/>
              <a:gd name="connsiteX3" fmla="*/ 4857903 w 4857903"/>
              <a:gd name="connsiteY3" fmla="*/ 1750549 h 1750549"/>
              <a:gd name="connsiteX4" fmla="*/ 1 w 4857903"/>
              <a:gd name="connsiteY4" fmla="*/ 1683044 h 1750549"/>
              <a:gd name="connsiteX0" fmla="*/ 1 w 4857903"/>
              <a:gd name="connsiteY0" fmla="*/ 1683044 h 1750549"/>
              <a:gd name="connsiteX1" fmla="*/ 549240 w 4857903"/>
              <a:gd name="connsiteY1" fmla="*/ 621752 h 1750549"/>
              <a:gd name="connsiteX2" fmla="*/ 2658965 w 4857903"/>
              <a:gd name="connsiteY2" fmla="*/ 0 h 1750549"/>
              <a:gd name="connsiteX3" fmla="*/ 4857903 w 4857903"/>
              <a:gd name="connsiteY3" fmla="*/ 1750549 h 1750549"/>
              <a:gd name="connsiteX4" fmla="*/ 1 w 4857903"/>
              <a:gd name="connsiteY4" fmla="*/ 1683044 h 17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57903" h="1750549">
                <a:moveTo>
                  <a:pt x="1" y="1683044"/>
                </a:moveTo>
                <a:lnTo>
                  <a:pt x="549240" y="621752"/>
                </a:lnTo>
                <a:lnTo>
                  <a:pt x="2658965" y="0"/>
                </a:lnTo>
                <a:lnTo>
                  <a:pt x="4857903" y="1750549"/>
                </a:lnTo>
                <a:lnTo>
                  <a:pt x="1" y="1683044"/>
                </a:lnTo>
                <a:close/>
              </a:path>
            </a:pathLst>
          </a:cu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3" name="Trapezoid 11"/>
          <p:cNvSpPr/>
          <p:nvPr userDrawn="1"/>
        </p:nvSpPr>
        <p:spPr>
          <a:xfrm rot="16200000">
            <a:off x="10698187" y="5380279"/>
            <a:ext cx="886893" cy="2113121"/>
          </a:xfrm>
          <a:custGeom>
            <a:avLst/>
            <a:gdLst>
              <a:gd name="connsiteX0" fmla="*/ 0 w 4694555"/>
              <a:gd name="connsiteY0" fmla="*/ 1910080 h 1910080"/>
              <a:gd name="connsiteX1" fmla="*/ 477520 w 4694555"/>
              <a:gd name="connsiteY1" fmla="*/ 0 h 1910080"/>
              <a:gd name="connsiteX2" fmla="*/ 4217035 w 4694555"/>
              <a:gd name="connsiteY2" fmla="*/ 0 h 1910080"/>
              <a:gd name="connsiteX3" fmla="*/ 4694555 w 4694555"/>
              <a:gd name="connsiteY3" fmla="*/ 1910080 h 1910080"/>
              <a:gd name="connsiteX4" fmla="*/ 0 w 4694555"/>
              <a:gd name="connsiteY4" fmla="*/ 1910080 h 1910080"/>
              <a:gd name="connsiteX0" fmla="*/ 0 w 4694555"/>
              <a:gd name="connsiteY0" fmla="*/ 1910080 h 1910080"/>
              <a:gd name="connsiteX1" fmla="*/ 0 w 4694555"/>
              <a:gd name="connsiteY1" fmla="*/ 641444 h 1910080"/>
              <a:gd name="connsiteX2" fmla="*/ 4217035 w 4694555"/>
              <a:gd name="connsiteY2" fmla="*/ 0 h 1910080"/>
              <a:gd name="connsiteX3" fmla="*/ 4694555 w 4694555"/>
              <a:gd name="connsiteY3" fmla="*/ 1910080 h 1910080"/>
              <a:gd name="connsiteX4" fmla="*/ 0 w 4694555"/>
              <a:gd name="connsiteY4" fmla="*/ 1910080 h 1910080"/>
              <a:gd name="connsiteX0" fmla="*/ 0 w 4694555"/>
              <a:gd name="connsiteY0" fmla="*/ 1896432 h 1896432"/>
              <a:gd name="connsiteX1" fmla="*/ 0 w 4694555"/>
              <a:gd name="connsiteY1" fmla="*/ 627796 h 1896432"/>
              <a:gd name="connsiteX2" fmla="*/ 2770372 w 4694555"/>
              <a:gd name="connsiteY2" fmla="*/ 0 h 1896432"/>
              <a:gd name="connsiteX3" fmla="*/ 4694555 w 4694555"/>
              <a:gd name="connsiteY3" fmla="*/ 1896432 h 1896432"/>
              <a:gd name="connsiteX4" fmla="*/ 0 w 4694555"/>
              <a:gd name="connsiteY4" fmla="*/ 1896432 h 1896432"/>
              <a:gd name="connsiteX0" fmla="*/ 0 w 4721850"/>
              <a:gd name="connsiteY0" fmla="*/ 1896432 h 1896432"/>
              <a:gd name="connsiteX1" fmla="*/ 0 w 4721850"/>
              <a:gd name="connsiteY1" fmla="*/ 627796 h 1896432"/>
              <a:gd name="connsiteX2" fmla="*/ 2770372 w 4721850"/>
              <a:gd name="connsiteY2" fmla="*/ 0 h 1896432"/>
              <a:gd name="connsiteX3" fmla="*/ 4721850 w 4721850"/>
              <a:gd name="connsiteY3" fmla="*/ 1896432 h 1896432"/>
              <a:gd name="connsiteX4" fmla="*/ 0 w 4721850"/>
              <a:gd name="connsiteY4" fmla="*/ 1896432 h 1896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21850" h="1896432">
                <a:moveTo>
                  <a:pt x="0" y="1896432"/>
                </a:moveTo>
                <a:lnTo>
                  <a:pt x="0" y="627796"/>
                </a:lnTo>
                <a:lnTo>
                  <a:pt x="2770372" y="0"/>
                </a:lnTo>
                <a:lnTo>
                  <a:pt x="4721850" y="1896432"/>
                </a:lnTo>
                <a:lnTo>
                  <a:pt x="0" y="1896432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4" name="Isosceles Triangle 6"/>
          <p:cNvSpPr/>
          <p:nvPr userDrawn="1"/>
        </p:nvSpPr>
        <p:spPr>
          <a:xfrm flipH="1">
            <a:off x="10073251" y="6359725"/>
            <a:ext cx="1270579" cy="519914"/>
          </a:xfrm>
          <a:custGeom>
            <a:avLst/>
            <a:gdLst>
              <a:gd name="connsiteX0" fmla="*/ 0 w 457200"/>
              <a:gd name="connsiteY0" fmla="*/ 1209675 h 1209675"/>
              <a:gd name="connsiteX1" fmla="*/ 228600 w 457200"/>
              <a:gd name="connsiteY1" fmla="*/ 0 h 1209675"/>
              <a:gd name="connsiteX2" fmla="*/ 457200 w 457200"/>
              <a:gd name="connsiteY2" fmla="*/ 1209675 h 1209675"/>
              <a:gd name="connsiteX3" fmla="*/ 0 w 457200"/>
              <a:gd name="connsiteY3" fmla="*/ 1209675 h 1209675"/>
              <a:gd name="connsiteX0" fmla="*/ 0 w 1014412"/>
              <a:gd name="connsiteY0" fmla="*/ 1000122 h 1000122"/>
              <a:gd name="connsiteX1" fmla="*/ 1014412 w 1014412"/>
              <a:gd name="connsiteY1" fmla="*/ 0 h 1000122"/>
              <a:gd name="connsiteX2" fmla="*/ 457200 w 1014412"/>
              <a:gd name="connsiteY2" fmla="*/ 1000122 h 1000122"/>
              <a:gd name="connsiteX3" fmla="*/ 0 w 1014412"/>
              <a:gd name="connsiteY3" fmla="*/ 1000122 h 1000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4412" h="1000122">
                <a:moveTo>
                  <a:pt x="0" y="1000122"/>
                </a:moveTo>
                <a:lnTo>
                  <a:pt x="1014412" y="0"/>
                </a:lnTo>
                <a:lnTo>
                  <a:pt x="457200" y="1000122"/>
                </a:lnTo>
                <a:lnTo>
                  <a:pt x="0" y="1000122"/>
                </a:lnTo>
                <a:close/>
              </a:path>
            </a:pathLst>
          </a:cu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39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xmlns="" id="{18B8CAF3-9328-4AEF-8C03-A4E21A15B3D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5007" y="564046"/>
            <a:ext cx="6624018" cy="5729909"/>
          </a:xfrm>
          <a:custGeom>
            <a:avLst/>
            <a:gdLst>
              <a:gd name="connsiteX0" fmla="*/ 1832943 w 6624018"/>
              <a:gd name="connsiteY0" fmla="*/ 4748834 h 5729909"/>
              <a:gd name="connsiteX1" fmla="*/ 6624018 w 6624018"/>
              <a:gd name="connsiteY1" fmla="*/ 4748834 h 5729909"/>
              <a:gd name="connsiteX2" fmla="*/ 6624018 w 6624018"/>
              <a:gd name="connsiteY2" fmla="*/ 5729909 h 5729909"/>
              <a:gd name="connsiteX3" fmla="*/ 1832943 w 6624018"/>
              <a:gd name="connsiteY3" fmla="*/ 5729909 h 5729909"/>
              <a:gd name="connsiteX4" fmla="*/ 1841224 w 6624018"/>
              <a:gd name="connsiteY4" fmla="*/ 2822714 h 5729909"/>
              <a:gd name="connsiteX5" fmla="*/ 3091438 w 6624018"/>
              <a:gd name="connsiteY5" fmla="*/ 2822714 h 5729909"/>
              <a:gd name="connsiteX6" fmla="*/ 3091438 w 6624018"/>
              <a:gd name="connsiteY6" fmla="*/ 4611758 h 5729909"/>
              <a:gd name="connsiteX7" fmla="*/ 1841224 w 6624018"/>
              <a:gd name="connsiteY7" fmla="*/ 4611758 h 5729909"/>
              <a:gd name="connsiteX8" fmla="*/ 0 w 6624018"/>
              <a:gd name="connsiteY8" fmla="*/ 2822714 h 5729909"/>
              <a:gd name="connsiteX9" fmla="*/ 1690847 w 6624018"/>
              <a:gd name="connsiteY9" fmla="*/ 2822714 h 5729909"/>
              <a:gd name="connsiteX10" fmla="*/ 1690847 w 6624018"/>
              <a:gd name="connsiteY10" fmla="*/ 4949686 h 5729909"/>
              <a:gd name="connsiteX11" fmla="*/ 0 w 6624018"/>
              <a:gd name="connsiteY11" fmla="*/ 4949686 h 5729909"/>
              <a:gd name="connsiteX12" fmla="*/ 3241814 w 6624018"/>
              <a:gd name="connsiteY12" fmla="*/ 1928192 h 5729909"/>
              <a:gd name="connsiteX13" fmla="*/ 6042992 w 6624018"/>
              <a:gd name="connsiteY13" fmla="*/ 1928192 h 5729909"/>
              <a:gd name="connsiteX14" fmla="*/ 6042992 w 6624018"/>
              <a:gd name="connsiteY14" fmla="*/ 4611758 h 5729909"/>
              <a:gd name="connsiteX15" fmla="*/ 3241814 w 6624018"/>
              <a:gd name="connsiteY15" fmla="*/ 4611758 h 5729909"/>
              <a:gd name="connsiteX16" fmla="*/ 290259 w 6624018"/>
              <a:gd name="connsiteY16" fmla="*/ 894522 h 5729909"/>
              <a:gd name="connsiteX17" fmla="*/ 3091436 w 6624018"/>
              <a:gd name="connsiteY17" fmla="*/ 894522 h 5729909"/>
              <a:gd name="connsiteX18" fmla="*/ 3091436 w 6624018"/>
              <a:gd name="connsiteY18" fmla="*/ 2683566 h 5729909"/>
              <a:gd name="connsiteX19" fmla="*/ 290259 w 6624018"/>
              <a:gd name="connsiteY19" fmla="*/ 2683566 h 5729909"/>
              <a:gd name="connsiteX20" fmla="*/ 3241813 w 6624018"/>
              <a:gd name="connsiteY20" fmla="*/ 0 h 5729909"/>
              <a:gd name="connsiteX21" fmla="*/ 4979872 w 6624018"/>
              <a:gd name="connsiteY21" fmla="*/ 0 h 5729909"/>
              <a:gd name="connsiteX22" fmla="*/ 4979872 w 6624018"/>
              <a:gd name="connsiteY22" fmla="*/ 1789044 h 5729909"/>
              <a:gd name="connsiteX23" fmla="*/ 3241813 w 6624018"/>
              <a:gd name="connsiteY23" fmla="*/ 1789044 h 5729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624018" h="5729909">
                <a:moveTo>
                  <a:pt x="1832943" y="4748834"/>
                </a:moveTo>
                <a:lnTo>
                  <a:pt x="6624018" y="4748834"/>
                </a:lnTo>
                <a:lnTo>
                  <a:pt x="6624018" y="5729909"/>
                </a:lnTo>
                <a:lnTo>
                  <a:pt x="1832943" y="5729909"/>
                </a:lnTo>
                <a:close/>
                <a:moveTo>
                  <a:pt x="1841224" y="2822714"/>
                </a:moveTo>
                <a:lnTo>
                  <a:pt x="3091438" y="2822714"/>
                </a:lnTo>
                <a:lnTo>
                  <a:pt x="3091438" y="4611758"/>
                </a:lnTo>
                <a:lnTo>
                  <a:pt x="1841224" y="4611758"/>
                </a:lnTo>
                <a:close/>
                <a:moveTo>
                  <a:pt x="0" y="2822714"/>
                </a:moveTo>
                <a:lnTo>
                  <a:pt x="1690847" y="2822714"/>
                </a:lnTo>
                <a:lnTo>
                  <a:pt x="1690847" y="4949686"/>
                </a:lnTo>
                <a:lnTo>
                  <a:pt x="0" y="4949686"/>
                </a:lnTo>
                <a:close/>
                <a:moveTo>
                  <a:pt x="3241814" y="1928192"/>
                </a:moveTo>
                <a:lnTo>
                  <a:pt x="6042992" y="1928192"/>
                </a:lnTo>
                <a:lnTo>
                  <a:pt x="6042992" y="4611758"/>
                </a:lnTo>
                <a:lnTo>
                  <a:pt x="3241814" y="4611758"/>
                </a:lnTo>
                <a:close/>
                <a:moveTo>
                  <a:pt x="290259" y="894522"/>
                </a:moveTo>
                <a:lnTo>
                  <a:pt x="3091436" y="894522"/>
                </a:lnTo>
                <a:lnTo>
                  <a:pt x="3091436" y="2683566"/>
                </a:lnTo>
                <a:lnTo>
                  <a:pt x="290259" y="2683566"/>
                </a:lnTo>
                <a:close/>
                <a:moveTo>
                  <a:pt x="3241813" y="0"/>
                </a:moveTo>
                <a:lnTo>
                  <a:pt x="4979872" y="0"/>
                </a:lnTo>
                <a:lnTo>
                  <a:pt x="4979872" y="1789044"/>
                </a:lnTo>
                <a:lnTo>
                  <a:pt x="3241813" y="17890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ko-KR" altLang="en-U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Place Your Picture Here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00452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DF0EC5-627E-484B-9A07-D36A61C76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00640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C7FE00-E809-42D8-AA9F-C26A0910E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624B923-A822-4549-88AA-0C64A5DC12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306FCA2-016D-4A41-8327-EE52979CE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7024-57D8-4F89-BEAB-E63789C998CB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030E134-AE88-46D6-B7F7-8112C3F5D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8F72E52-B6A3-4A5D-B849-C89AABE16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6B7F-8210-42C6-9ABD-4935597F8D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9886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A necklace with sunglasses&#10;&#10;Description automatically generated">
            <a:extLst>
              <a:ext uri="{FF2B5EF4-FFF2-40B4-BE49-F238E27FC236}">
                <a16:creationId xmlns:a16="http://schemas.microsoft.com/office/drawing/2014/main" xmlns="" id="{D3C6A017-2923-4D2C-9B42-4EC61EE504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-685800"/>
            <a:ext cx="14427200" cy="811530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xmlns="" id="{543017E8-3B2F-4F25-8C0D-72CFF2134737}"/>
              </a:ext>
            </a:extLst>
          </p:cNvPr>
          <p:cNvGrpSpPr/>
          <p:nvPr userDrawn="1"/>
        </p:nvGrpSpPr>
        <p:grpSpPr>
          <a:xfrm rot="10800000" flipH="1">
            <a:off x="-136643" y="-92321"/>
            <a:ext cx="5239109" cy="2040458"/>
            <a:chOff x="-101114" y="4916212"/>
            <a:chExt cx="6291094" cy="2040458"/>
          </a:xfrm>
        </p:grpSpPr>
        <p:sp>
          <p:nvSpPr>
            <p:cNvPr id="25" name="Trapezoid 13">
              <a:extLst>
                <a:ext uri="{FF2B5EF4-FFF2-40B4-BE49-F238E27FC236}">
                  <a16:creationId xmlns:a16="http://schemas.microsoft.com/office/drawing/2014/main" xmlns="" id="{0182F6A6-7C51-4F4C-843F-9E484FBBA277}"/>
                </a:ext>
              </a:extLst>
            </p:cNvPr>
            <p:cNvSpPr/>
            <p:nvPr userDrawn="1"/>
          </p:nvSpPr>
          <p:spPr>
            <a:xfrm flipH="1">
              <a:off x="0" y="6074874"/>
              <a:ext cx="6189980" cy="806450"/>
            </a:xfrm>
            <a:custGeom>
              <a:avLst/>
              <a:gdLst>
                <a:gd name="connsiteX0" fmla="*/ 0 w 7383145"/>
                <a:gd name="connsiteY0" fmla="*/ 1678305 h 1678305"/>
                <a:gd name="connsiteX1" fmla="*/ 419576 w 7383145"/>
                <a:gd name="connsiteY1" fmla="*/ 0 h 1678305"/>
                <a:gd name="connsiteX2" fmla="*/ 6963569 w 7383145"/>
                <a:gd name="connsiteY2" fmla="*/ 0 h 1678305"/>
                <a:gd name="connsiteX3" fmla="*/ 7383145 w 7383145"/>
                <a:gd name="connsiteY3" fmla="*/ 1678305 h 1678305"/>
                <a:gd name="connsiteX4" fmla="*/ 0 w 7383145"/>
                <a:gd name="connsiteY4" fmla="*/ 1678305 h 1678305"/>
                <a:gd name="connsiteX0" fmla="*/ 0 w 7392860"/>
                <a:gd name="connsiteY0" fmla="*/ 1705601 h 1705601"/>
                <a:gd name="connsiteX1" fmla="*/ 419576 w 7392860"/>
                <a:gd name="connsiteY1" fmla="*/ 27296 h 1705601"/>
                <a:gd name="connsiteX2" fmla="*/ 7392860 w 7392860"/>
                <a:gd name="connsiteY2" fmla="*/ 0 h 1705601"/>
                <a:gd name="connsiteX3" fmla="*/ 7383145 w 7392860"/>
                <a:gd name="connsiteY3" fmla="*/ 1705601 h 1705601"/>
                <a:gd name="connsiteX4" fmla="*/ 0 w 7392860"/>
                <a:gd name="connsiteY4" fmla="*/ 1705601 h 1705601"/>
                <a:gd name="connsiteX0" fmla="*/ 0 w 7392860"/>
                <a:gd name="connsiteY0" fmla="*/ 1705601 h 1705601"/>
                <a:gd name="connsiteX1" fmla="*/ 119317 w 7392860"/>
                <a:gd name="connsiteY1" fmla="*/ 477669 h 1705601"/>
                <a:gd name="connsiteX2" fmla="*/ 7392860 w 7392860"/>
                <a:gd name="connsiteY2" fmla="*/ 0 h 1705601"/>
                <a:gd name="connsiteX3" fmla="*/ 7383145 w 7392860"/>
                <a:gd name="connsiteY3" fmla="*/ 1705601 h 1705601"/>
                <a:gd name="connsiteX4" fmla="*/ 0 w 7392860"/>
                <a:gd name="connsiteY4" fmla="*/ 1705601 h 1705601"/>
                <a:gd name="connsiteX0" fmla="*/ 2842324 w 7273543"/>
                <a:gd name="connsiteY0" fmla="*/ 1378057 h 1705601"/>
                <a:gd name="connsiteX1" fmla="*/ 0 w 7273543"/>
                <a:gd name="connsiteY1" fmla="*/ 477669 h 1705601"/>
                <a:gd name="connsiteX2" fmla="*/ 7273543 w 7273543"/>
                <a:gd name="connsiteY2" fmla="*/ 0 h 1705601"/>
                <a:gd name="connsiteX3" fmla="*/ 7263828 w 7273543"/>
                <a:gd name="connsiteY3" fmla="*/ 1705601 h 1705601"/>
                <a:gd name="connsiteX4" fmla="*/ 2842324 w 7273543"/>
                <a:gd name="connsiteY4" fmla="*/ 1378057 h 1705601"/>
                <a:gd name="connsiteX0" fmla="*/ 1259129 w 7273543"/>
                <a:gd name="connsiteY0" fmla="*/ 1705601 h 1705601"/>
                <a:gd name="connsiteX1" fmla="*/ 0 w 7273543"/>
                <a:gd name="connsiteY1" fmla="*/ 477669 h 1705601"/>
                <a:gd name="connsiteX2" fmla="*/ 7273543 w 7273543"/>
                <a:gd name="connsiteY2" fmla="*/ 0 h 1705601"/>
                <a:gd name="connsiteX3" fmla="*/ 7263828 w 7273543"/>
                <a:gd name="connsiteY3" fmla="*/ 1705601 h 1705601"/>
                <a:gd name="connsiteX4" fmla="*/ 1259129 w 7273543"/>
                <a:gd name="connsiteY4" fmla="*/ 1705601 h 1705601"/>
                <a:gd name="connsiteX0" fmla="*/ 890627 w 6905041"/>
                <a:gd name="connsiteY0" fmla="*/ 1705601 h 1705601"/>
                <a:gd name="connsiteX1" fmla="*/ 0 w 6905041"/>
                <a:gd name="connsiteY1" fmla="*/ 859805 h 1705601"/>
                <a:gd name="connsiteX2" fmla="*/ 6905041 w 6905041"/>
                <a:gd name="connsiteY2" fmla="*/ 0 h 1705601"/>
                <a:gd name="connsiteX3" fmla="*/ 6895326 w 6905041"/>
                <a:gd name="connsiteY3" fmla="*/ 1705601 h 1705601"/>
                <a:gd name="connsiteX4" fmla="*/ 890627 w 6905041"/>
                <a:gd name="connsiteY4" fmla="*/ 1705601 h 1705601"/>
                <a:gd name="connsiteX0" fmla="*/ 822387 w 6836801"/>
                <a:gd name="connsiteY0" fmla="*/ 1705601 h 1705601"/>
                <a:gd name="connsiteX1" fmla="*/ 0 w 6836801"/>
                <a:gd name="connsiteY1" fmla="*/ 887100 h 1705601"/>
                <a:gd name="connsiteX2" fmla="*/ 6836801 w 6836801"/>
                <a:gd name="connsiteY2" fmla="*/ 0 h 1705601"/>
                <a:gd name="connsiteX3" fmla="*/ 6827086 w 6836801"/>
                <a:gd name="connsiteY3" fmla="*/ 1705601 h 1705601"/>
                <a:gd name="connsiteX4" fmla="*/ 822387 w 6836801"/>
                <a:gd name="connsiteY4" fmla="*/ 1705601 h 1705601"/>
                <a:gd name="connsiteX0" fmla="*/ 0 w 6911778"/>
                <a:gd name="connsiteY0" fmla="*/ 1691953 h 1705601"/>
                <a:gd name="connsiteX1" fmla="*/ 74977 w 6911778"/>
                <a:gd name="connsiteY1" fmla="*/ 887100 h 1705601"/>
                <a:gd name="connsiteX2" fmla="*/ 6911778 w 6911778"/>
                <a:gd name="connsiteY2" fmla="*/ 0 h 1705601"/>
                <a:gd name="connsiteX3" fmla="*/ 6902063 w 6911778"/>
                <a:gd name="connsiteY3" fmla="*/ 1705601 h 1705601"/>
                <a:gd name="connsiteX4" fmla="*/ 0 w 6911778"/>
                <a:gd name="connsiteY4" fmla="*/ 1691953 h 1705601"/>
                <a:gd name="connsiteX0" fmla="*/ 354728 w 7266506"/>
                <a:gd name="connsiteY0" fmla="*/ 1691953 h 1705601"/>
                <a:gd name="connsiteX1" fmla="*/ 0 w 7266506"/>
                <a:gd name="connsiteY1" fmla="*/ 996282 h 1705601"/>
                <a:gd name="connsiteX2" fmla="*/ 7266506 w 7266506"/>
                <a:gd name="connsiteY2" fmla="*/ 0 h 1705601"/>
                <a:gd name="connsiteX3" fmla="*/ 7256791 w 7266506"/>
                <a:gd name="connsiteY3" fmla="*/ 1705601 h 1705601"/>
                <a:gd name="connsiteX4" fmla="*/ 354728 w 7266506"/>
                <a:gd name="connsiteY4" fmla="*/ 1691953 h 1705601"/>
                <a:gd name="connsiteX0" fmla="*/ 320772 w 7266506"/>
                <a:gd name="connsiteY0" fmla="*/ 1709159 h 1709159"/>
                <a:gd name="connsiteX1" fmla="*/ 0 w 7266506"/>
                <a:gd name="connsiteY1" fmla="*/ 996282 h 1709159"/>
                <a:gd name="connsiteX2" fmla="*/ 7266506 w 7266506"/>
                <a:gd name="connsiteY2" fmla="*/ 0 h 1709159"/>
                <a:gd name="connsiteX3" fmla="*/ 7256791 w 7266506"/>
                <a:gd name="connsiteY3" fmla="*/ 1705601 h 1709159"/>
                <a:gd name="connsiteX4" fmla="*/ 320772 w 7266506"/>
                <a:gd name="connsiteY4" fmla="*/ 1709159 h 1709159"/>
                <a:gd name="connsiteX0" fmla="*/ 320772 w 7266506"/>
                <a:gd name="connsiteY0" fmla="*/ 1709159 h 1709159"/>
                <a:gd name="connsiteX1" fmla="*/ 0 w 7266506"/>
                <a:gd name="connsiteY1" fmla="*/ 996282 h 1709159"/>
                <a:gd name="connsiteX2" fmla="*/ 7266506 w 7266506"/>
                <a:gd name="connsiteY2" fmla="*/ 0 h 1709159"/>
                <a:gd name="connsiteX3" fmla="*/ 7256792 w 7266506"/>
                <a:gd name="connsiteY3" fmla="*/ 1008872 h 1709159"/>
                <a:gd name="connsiteX4" fmla="*/ 320772 w 7266506"/>
                <a:gd name="connsiteY4" fmla="*/ 1709159 h 1709159"/>
                <a:gd name="connsiteX0" fmla="*/ 345 w 7266506"/>
                <a:gd name="connsiteY0" fmla="*/ 1005796 h 1008872"/>
                <a:gd name="connsiteX1" fmla="*/ 0 w 7266506"/>
                <a:gd name="connsiteY1" fmla="*/ 996282 h 1008872"/>
                <a:gd name="connsiteX2" fmla="*/ 7266506 w 7266506"/>
                <a:gd name="connsiteY2" fmla="*/ 0 h 1008872"/>
                <a:gd name="connsiteX3" fmla="*/ 7256792 w 7266506"/>
                <a:gd name="connsiteY3" fmla="*/ 1008872 h 1008872"/>
                <a:gd name="connsiteX4" fmla="*/ 345 w 7266506"/>
                <a:gd name="connsiteY4" fmla="*/ 1005796 h 1008872"/>
                <a:gd name="connsiteX0" fmla="*/ 345 w 7266506"/>
                <a:gd name="connsiteY0" fmla="*/ 1005796 h 1005796"/>
                <a:gd name="connsiteX1" fmla="*/ 0 w 7266506"/>
                <a:gd name="connsiteY1" fmla="*/ 996282 h 1005796"/>
                <a:gd name="connsiteX2" fmla="*/ 7266506 w 7266506"/>
                <a:gd name="connsiteY2" fmla="*/ 0 h 1005796"/>
                <a:gd name="connsiteX3" fmla="*/ 7248781 w 7266506"/>
                <a:gd name="connsiteY3" fmla="*/ 995601 h 1005796"/>
                <a:gd name="connsiteX4" fmla="*/ 345 w 7266506"/>
                <a:gd name="connsiteY4" fmla="*/ 1005796 h 1005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66506" h="1005796">
                  <a:moveTo>
                    <a:pt x="345" y="1005796"/>
                  </a:moveTo>
                  <a:lnTo>
                    <a:pt x="0" y="996282"/>
                  </a:lnTo>
                  <a:lnTo>
                    <a:pt x="7266506" y="0"/>
                  </a:lnTo>
                  <a:cubicBezTo>
                    <a:pt x="7263268" y="568534"/>
                    <a:pt x="7252019" y="427067"/>
                    <a:pt x="7248781" y="995601"/>
                  </a:cubicBezTo>
                  <a:lnTo>
                    <a:pt x="345" y="1005796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6" name="Trapezoid 11">
              <a:extLst>
                <a:ext uri="{FF2B5EF4-FFF2-40B4-BE49-F238E27FC236}">
                  <a16:creationId xmlns:a16="http://schemas.microsoft.com/office/drawing/2014/main" xmlns="" id="{BB3EBE06-E745-4C53-9938-CBE61C4CEDE0}"/>
                </a:ext>
              </a:extLst>
            </p:cNvPr>
            <p:cNvSpPr/>
            <p:nvPr userDrawn="1"/>
          </p:nvSpPr>
          <p:spPr>
            <a:xfrm rot="5706198" flipH="1">
              <a:off x="-51453" y="4866551"/>
              <a:ext cx="2040458" cy="2139780"/>
            </a:xfrm>
            <a:custGeom>
              <a:avLst/>
              <a:gdLst>
                <a:gd name="connsiteX0" fmla="*/ 0 w 4694555"/>
                <a:gd name="connsiteY0" fmla="*/ 1910080 h 1910080"/>
                <a:gd name="connsiteX1" fmla="*/ 477520 w 4694555"/>
                <a:gd name="connsiteY1" fmla="*/ 0 h 1910080"/>
                <a:gd name="connsiteX2" fmla="*/ 4217035 w 4694555"/>
                <a:gd name="connsiteY2" fmla="*/ 0 h 1910080"/>
                <a:gd name="connsiteX3" fmla="*/ 4694555 w 4694555"/>
                <a:gd name="connsiteY3" fmla="*/ 1910080 h 1910080"/>
                <a:gd name="connsiteX4" fmla="*/ 0 w 4694555"/>
                <a:gd name="connsiteY4" fmla="*/ 1910080 h 1910080"/>
                <a:gd name="connsiteX0" fmla="*/ 0 w 4694555"/>
                <a:gd name="connsiteY0" fmla="*/ 1910080 h 1910080"/>
                <a:gd name="connsiteX1" fmla="*/ 0 w 4694555"/>
                <a:gd name="connsiteY1" fmla="*/ 641444 h 1910080"/>
                <a:gd name="connsiteX2" fmla="*/ 4217035 w 4694555"/>
                <a:gd name="connsiteY2" fmla="*/ 0 h 1910080"/>
                <a:gd name="connsiteX3" fmla="*/ 4694555 w 4694555"/>
                <a:gd name="connsiteY3" fmla="*/ 1910080 h 1910080"/>
                <a:gd name="connsiteX4" fmla="*/ 0 w 4694555"/>
                <a:gd name="connsiteY4" fmla="*/ 1910080 h 1910080"/>
                <a:gd name="connsiteX0" fmla="*/ 0 w 4694555"/>
                <a:gd name="connsiteY0" fmla="*/ 1896432 h 1896432"/>
                <a:gd name="connsiteX1" fmla="*/ 0 w 4694555"/>
                <a:gd name="connsiteY1" fmla="*/ 627796 h 1896432"/>
                <a:gd name="connsiteX2" fmla="*/ 2770372 w 4694555"/>
                <a:gd name="connsiteY2" fmla="*/ 0 h 1896432"/>
                <a:gd name="connsiteX3" fmla="*/ 4694555 w 4694555"/>
                <a:gd name="connsiteY3" fmla="*/ 1896432 h 1896432"/>
                <a:gd name="connsiteX4" fmla="*/ 0 w 4694555"/>
                <a:gd name="connsiteY4" fmla="*/ 1896432 h 1896432"/>
                <a:gd name="connsiteX0" fmla="*/ 0 w 4721850"/>
                <a:gd name="connsiteY0" fmla="*/ 1896432 h 1896432"/>
                <a:gd name="connsiteX1" fmla="*/ 0 w 4721850"/>
                <a:gd name="connsiteY1" fmla="*/ 627796 h 1896432"/>
                <a:gd name="connsiteX2" fmla="*/ 2770372 w 4721850"/>
                <a:gd name="connsiteY2" fmla="*/ 0 h 1896432"/>
                <a:gd name="connsiteX3" fmla="*/ 4721850 w 4721850"/>
                <a:gd name="connsiteY3" fmla="*/ 1896432 h 1896432"/>
                <a:gd name="connsiteX4" fmla="*/ 0 w 4721850"/>
                <a:gd name="connsiteY4" fmla="*/ 1896432 h 1896432"/>
                <a:gd name="connsiteX0" fmla="*/ 0 w 4721850"/>
                <a:gd name="connsiteY0" fmla="*/ 2162454 h 2162454"/>
                <a:gd name="connsiteX1" fmla="*/ 0 w 4721850"/>
                <a:gd name="connsiteY1" fmla="*/ 893818 h 2162454"/>
                <a:gd name="connsiteX2" fmla="*/ 2404095 w 4721850"/>
                <a:gd name="connsiteY2" fmla="*/ 0 h 2162454"/>
                <a:gd name="connsiteX3" fmla="*/ 4721850 w 4721850"/>
                <a:gd name="connsiteY3" fmla="*/ 2162454 h 2162454"/>
                <a:gd name="connsiteX4" fmla="*/ 0 w 4721850"/>
                <a:gd name="connsiteY4" fmla="*/ 2162454 h 2162454"/>
                <a:gd name="connsiteX0" fmla="*/ 0 w 4721850"/>
                <a:gd name="connsiteY0" fmla="*/ 2162454 h 2162454"/>
                <a:gd name="connsiteX1" fmla="*/ 261625 w 4721850"/>
                <a:gd name="connsiteY1" fmla="*/ 1333258 h 2162454"/>
                <a:gd name="connsiteX2" fmla="*/ 2404095 w 4721850"/>
                <a:gd name="connsiteY2" fmla="*/ 0 h 2162454"/>
                <a:gd name="connsiteX3" fmla="*/ 4721850 w 4721850"/>
                <a:gd name="connsiteY3" fmla="*/ 2162454 h 2162454"/>
                <a:gd name="connsiteX4" fmla="*/ 0 w 4721850"/>
                <a:gd name="connsiteY4" fmla="*/ 2162454 h 2162454"/>
                <a:gd name="connsiteX0" fmla="*/ 0 w 4721850"/>
                <a:gd name="connsiteY0" fmla="*/ 2162454 h 2162454"/>
                <a:gd name="connsiteX1" fmla="*/ 0 w 4721850"/>
                <a:gd name="connsiteY1" fmla="*/ 951639 h 2162454"/>
                <a:gd name="connsiteX2" fmla="*/ 2404095 w 4721850"/>
                <a:gd name="connsiteY2" fmla="*/ 0 h 2162454"/>
                <a:gd name="connsiteX3" fmla="*/ 4721850 w 4721850"/>
                <a:gd name="connsiteY3" fmla="*/ 2162454 h 2162454"/>
                <a:gd name="connsiteX4" fmla="*/ 0 w 4721850"/>
                <a:gd name="connsiteY4" fmla="*/ 2162454 h 2162454"/>
                <a:gd name="connsiteX0" fmla="*/ 0 w 5506727"/>
                <a:gd name="connsiteY0" fmla="*/ 2162454 h 2162454"/>
                <a:gd name="connsiteX1" fmla="*/ 0 w 5506727"/>
                <a:gd name="connsiteY1" fmla="*/ 951639 h 2162454"/>
                <a:gd name="connsiteX2" fmla="*/ 2404095 w 5506727"/>
                <a:gd name="connsiteY2" fmla="*/ 0 h 2162454"/>
                <a:gd name="connsiteX3" fmla="*/ 5506727 w 5506727"/>
                <a:gd name="connsiteY3" fmla="*/ 2150890 h 2162454"/>
                <a:gd name="connsiteX4" fmla="*/ 0 w 5506727"/>
                <a:gd name="connsiteY4" fmla="*/ 2162454 h 2162454"/>
                <a:gd name="connsiteX0" fmla="*/ 0 w 5506727"/>
                <a:gd name="connsiteY0" fmla="*/ 2162454 h 2162454"/>
                <a:gd name="connsiteX1" fmla="*/ 0 w 5506727"/>
                <a:gd name="connsiteY1" fmla="*/ 951639 h 2162454"/>
                <a:gd name="connsiteX2" fmla="*/ 2404095 w 5506727"/>
                <a:gd name="connsiteY2" fmla="*/ 0 h 2162454"/>
                <a:gd name="connsiteX3" fmla="*/ 5506727 w 5506727"/>
                <a:gd name="connsiteY3" fmla="*/ 2162454 h 2162454"/>
                <a:gd name="connsiteX4" fmla="*/ 0 w 5506727"/>
                <a:gd name="connsiteY4" fmla="*/ 2162454 h 2162454"/>
                <a:gd name="connsiteX0" fmla="*/ 0 w 5199376"/>
                <a:gd name="connsiteY0" fmla="*/ 2162454 h 2164273"/>
                <a:gd name="connsiteX1" fmla="*/ 0 w 5199376"/>
                <a:gd name="connsiteY1" fmla="*/ 951639 h 2164273"/>
                <a:gd name="connsiteX2" fmla="*/ 2404095 w 5199376"/>
                <a:gd name="connsiteY2" fmla="*/ 0 h 2164273"/>
                <a:gd name="connsiteX3" fmla="*/ 5199376 w 5199376"/>
                <a:gd name="connsiteY3" fmla="*/ 2164273 h 2164273"/>
                <a:gd name="connsiteX4" fmla="*/ 0 w 5199376"/>
                <a:gd name="connsiteY4" fmla="*/ 2162454 h 2164273"/>
                <a:gd name="connsiteX0" fmla="*/ 0 w 5199376"/>
                <a:gd name="connsiteY0" fmla="*/ 2147738 h 2149557"/>
                <a:gd name="connsiteX1" fmla="*/ 0 w 5199376"/>
                <a:gd name="connsiteY1" fmla="*/ 936923 h 2149557"/>
                <a:gd name="connsiteX2" fmla="*/ 2735058 w 5199376"/>
                <a:gd name="connsiteY2" fmla="*/ 0 h 2149557"/>
                <a:gd name="connsiteX3" fmla="*/ 5199376 w 5199376"/>
                <a:gd name="connsiteY3" fmla="*/ 2149557 h 2149557"/>
                <a:gd name="connsiteX4" fmla="*/ 0 w 5199376"/>
                <a:gd name="connsiteY4" fmla="*/ 2147738 h 2149557"/>
                <a:gd name="connsiteX0" fmla="*/ 0 w 5199376"/>
                <a:gd name="connsiteY0" fmla="*/ 2147738 h 2149557"/>
                <a:gd name="connsiteX1" fmla="*/ 0 w 5199376"/>
                <a:gd name="connsiteY1" fmla="*/ 936923 h 2149557"/>
                <a:gd name="connsiteX2" fmla="*/ 3018742 w 5199376"/>
                <a:gd name="connsiteY2" fmla="*/ 0 h 2149557"/>
                <a:gd name="connsiteX3" fmla="*/ 5199376 w 5199376"/>
                <a:gd name="connsiteY3" fmla="*/ 2149557 h 2149557"/>
                <a:gd name="connsiteX4" fmla="*/ 0 w 5199376"/>
                <a:gd name="connsiteY4" fmla="*/ 2147738 h 2149557"/>
                <a:gd name="connsiteX0" fmla="*/ 0 w 5199376"/>
                <a:gd name="connsiteY0" fmla="*/ 2147738 h 2149557"/>
                <a:gd name="connsiteX1" fmla="*/ 0 w 5199376"/>
                <a:gd name="connsiteY1" fmla="*/ 848615 h 2149557"/>
                <a:gd name="connsiteX2" fmla="*/ 3018742 w 5199376"/>
                <a:gd name="connsiteY2" fmla="*/ 0 h 2149557"/>
                <a:gd name="connsiteX3" fmla="*/ 5199376 w 5199376"/>
                <a:gd name="connsiteY3" fmla="*/ 2149557 h 2149557"/>
                <a:gd name="connsiteX4" fmla="*/ 0 w 5199376"/>
                <a:gd name="connsiteY4" fmla="*/ 2147738 h 2149557"/>
                <a:gd name="connsiteX0" fmla="*/ 0 w 6610786"/>
                <a:gd name="connsiteY0" fmla="*/ 2147738 h 2166780"/>
                <a:gd name="connsiteX1" fmla="*/ 0 w 6610786"/>
                <a:gd name="connsiteY1" fmla="*/ 848615 h 2166780"/>
                <a:gd name="connsiteX2" fmla="*/ 3018742 w 6610786"/>
                <a:gd name="connsiteY2" fmla="*/ 0 h 2166780"/>
                <a:gd name="connsiteX3" fmla="*/ 6610785 w 6610786"/>
                <a:gd name="connsiteY3" fmla="*/ 2166780 h 2166780"/>
                <a:gd name="connsiteX4" fmla="*/ 0 w 6610786"/>
                <a:gd name="connsiteY4" fmla="*/ 2147738 h 2166780"/>
                <a:gd name="connsiteX0" fmla="*/ 0 w 6610786"/>
                <a:gd name="connsiteY0" fmla="*/ 2147738 h 2166780"/>
                <a:gd name="connsiteX1" fmla="*/ 0 w 6610786"/>
                <a:gd name="connsiteY1" fmla="*/ 873811 h 2166780"/>
                <a:gd name="connsiteX2" fmla="*/ 3018742 w 6610786"/>
                <a:gd name="connsiteY2" fmla="*/ 0 h 2166780"/>
                <a:gd name="connsiteX3" fmla="*/ 6610785 w 6610786"/>
                <a:gd name="connsiteY3" fmla="*/ 2166780 h 2166780"/>
                <a:gd name="connsiteX4" fmla="*/ 0 w 6610786"/>
                <a:gd name="connsiteY4" fmla="*/ 2147738 h 2166780"/>
                <a:gd name="connsiteX0" fmla="*/ 0 w 6016398"/>
                <a:gd name="connsiteY0" fmla="*/ 2147738 h 2147738"/>
                <a:gd name="connsiteX1" fmla="*/ 0 w 6016398"/>
                <a:gd name="connsiteY1" fmla="*/ 873811 h 2147738"/>
                <a:gd name="connsiteX2" fmla="*/ 3018742 w 6016398"/>
                <a:gd name="connsiteY2" fmla="*/ 0 h 2147738"/>
                <a:gd name="connsiteX3" fmla="*/ 6016398 w 6016398"/>
                <a:gd name="connsiteY3" fmla="*/ 1799271 h 2147738"/>
                <a:gd name="connsiteX4" fmla="*/ 0 w 6016398"/>
                <a:gd name="connsiteY4" fmla="*/ 2147738 h 2147738"/>
                <a:gd name="connsiteX0" fmla="*/ 0 w 6016398"/>
                <a:gd name="connsiteY0" fmla="*/ 2147738 h 2147738"/>
                <a:gd name="connsiteX1" fmla="*/ 546559 w 6016398"/>
                <a:gd name="connsiteY1" fmla="*/ 713384 h 2147738"/>
                <a:gd name="connsiteX2" fmla="*/ 3018742 w 6016398"/>
                <a:gd name="connsiteY2" fmla="*/ 0 h 2147738"/>
                <a:gd name="connsiteX3" fmla="*/ 6016398 w 6016398"/>
                <a:gd name="connsiteY3" fmla="*/ 1799271 h 2147738"/>
                <a:gd name="connsiteX4" fmla="*/ 0 w 6016398"/>
                <a:gd name="connsiteY4" fmla="*/ 2147738 h 2147738"/>
                <a:gd name="connsiteX0" fmla="*/ -1 w 5739250"/>
                <a:gd name="connsiteY0" fmla="*/ 1649439 h 1799271"/>
                <a:gd name="connsiteX1" fmla="*/ 269411 w 5739250"/>
                <a:gd name="connsiteY1" fmla="*/ 713384 h 1799271"/>
                <a:gd name="connsiteX2" fmla="*/ 2741594 w 5739250"/>
                <a:gd name="connsiteY2" fmla="*/ 0 h 1799271"/>
                <a:gd name="connsiteX3" fmla="*/ 5739250 w 5739250"/>
                <a:gd name="connsiteY3" fmla="*/ 1799271 h 1799271"/>
                <a:gd name="connsiteX4" fmla="*/ -1 w 5739250"/>
                <a:gd name="connsiteY4" fmla="*/ 1649439 h 1799271"/>
                <a:gd name="connsiteX0" fmla="*/ -1 w 5737772"/>
                <a:gd name="connsiteY0" fmla="*/ 1644317 h 1799271"/>
                <a:gd name="connsiteX1" fmla="*/ 267933 w 5737772"/>
                <a:gd name="connsiteY1" fmla="*/ 713384 h 1799271"/>
                <a:gd name="connsiteX2" fmla="*/ 2740116 w 5737772"/>
                <a:gd name="connsiteY2" fmla="*/ 0 h 1799271"/>
                <a:gd name="connsiteX3" fmla="*/ 5737772 w 5737772"/>
                <a:gd name="connsiteY3" fmla="*/ 1799271 h 1799271"/>
                <a:gd name="connsiteX4" fmla="*/ -1 w 5737772"/>
                <a:gd name="connsiteY4" fmla="*/ 1644317 h 1799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37772" h="1799271">
                  <a:moveTo>
                    <a:pt x="-1" y="1644317"/>
                  </a:moveTo>
                  <a:lnTo>
                    <a:pt x="267933" y="713384"/>
                  </a:lnTo>
                  <a:lnTo>
                    <a:pt x="2740116" y="0"/>
                  </a:lnTo>
                  <a:lnTo>
                    <a:pt x="5737772" y="1799271"/>
                  </a:lnTo>
                  <a:lnTo>
                    <a:pt x="-1" y="1644317"/>
                  </a:lnTo>
                  <a:close/>
                </a:path>
              </a:pathLst>
            </a:custGeom>
            <a:solidFill>
              <a:srgbClr val="FFFF00">
                <a:alpha val="50000"/>
              </a:srgb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7" name="Trapezoid 11">
              <a:extLst>
                <a:ext uri="{FF2B5EF4-FFF2-40B4-BE49-F238E27FC236}">
                  <a16:creationId xmlns:a16="http://schemas.microsoft.com/office/drawing/2014/main" xmlns="" id="{49E2AD6B-67BF-49C7-B945-0C72EAFD977A}"/>
                </a:ext>
              </a:extLst>
            </p:cNvPr>
            <p:cNvSpPr/>
            <p:nvPr userDrawn="1"/>
          </p:nvSpPr>
          <p:spPr>
            <a:xfrm rot="5400000" flipH="1">
              <a:off x="14666" y="5388297"/>
              <a:ext cx="1475851" cy="1511501"/>
            </a:xfrm>
            <a:custGeom>
              <a:avLst/>
              <a:gdLst>
                <a:gd name="connsiteX0" fmla="*/ 0 w 4694555"/>
                <a:gd name="connsiteY0" fmla="*/ 1910080 h 1910080"/>
                <a:gd name="connsiteX1" fmla="*/ 477520 w 4694555"/>
                <a:gd name="connsiteY1" fmla="*/ 0 h 1910080"/>
                <a:gd name="connsiteX2" fmla="*/ 4217035 w 4694555"/>
                <a:gd name="connsiteY2" fmla="*/ 0 h 1910080"/>
                <a:gd name="connsiteX3" fmla="*/ 4694555 w 4694555"/>
                <a:gd name="connsiteY3" fmla="*/ 1910080 h 1910080"/>
                <a:gd name="connsiteX4" fmla="*/ 0 w 4694555"/>
                <a:gd name="connsiteY4" fmla="*/ 1910080 h 1910080"/>
                <a:gd name="connsiteX0" fmla="*/ 0 w 4694555"/>
                <a:gd name="connsiteY0" fmla="*/ 1910080 h 1910080"/>
                <a:gd name="connsiteX1" fmla="*/ 0 w 4694555"/>
                <a:gd name="connsiteY1" fmla="*/ 641444 h 1910080"/>
                <a:gd name="connsiteX2" fmla="*/ 4217035 w 4694555"/>
                <a:gd name="connsiteY2" fmla="*/ 0 h 1910080"/>
                <a:gd name="connsiteX3" fmla="*/ 4694555 w 4694555"/>
                <a:gd name="connsiteY3" fmla="*/ 1910080 h 1910080"/>
                <a:gd name="connsiteX4" fmla="*/ 0 w 4694555"/>
                <a:gd name="connsiteY4" fmla="*/ 1910080 h 1910080"/>
                <a:gd name="connsiteX0" fmla="*/ 0 w 4694555"/>
                <a:gd name="connsiteY0" fmla="*/ 1896432 h 1896432"/>
                <a:gd name="connsiteX1" fmla="*/ 0 w 4694555"/>
                <a:gd name="connsiteY1" fmla="*/ 627796 h 1896432"/>
                <a:gd name="connsiteX2" fmla="*/ 2770372 w 4694555"/>
                <a:gd name="connsiteY2" fmla="*/ 0 h 1896432"/>
                <a:gd name="connsiteX3" fmla="*/ 4694555 w 4694555"/>
                <a:gd name="connsiteY3" fmla="*/ 1896432 h 1896432"/>
                <a:gd name="connsiteX4" fmla="*/ 0 w 4694555"/>
                <a:gd name="connsiteY4" fmla="*/ 1896432 h 1896432"/>
                <a:gd name="connsiteX0" fmla="*/ 0 w 4721850"/>
                <a:gd name="connsiteY0" fmla="*/ 1896432 h 1896432"/>
                <a:gd name="connsiteX1" fmla="*/ 0 w 4721850"/>
                <a:gd name="connsiteY1" fmla="*/ 627796 h 1896432"/>
                <a:gd name="connsiteX2" fmla="*/ 2770372 w 4721850"/>
                <a:gd name="connsiteY2" fmla="*/ 0 h 1896432"/>
                <a:gd name="connsiteX3" fmla="*/ 4721850 w 4721850"/>
                <a:gd name="connsiteY3" fmla="*/ 1896432 h 1896432"/>
                <a:gd name="connsiteX4" fmla="*/ 0 w 4721850"/>
                <a:gd name="connsiteY4" fmla="*/ 1896432 h 1896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21850" h="1896432">
                  <a:moveTo>
                    <a:pt x="0" y="1896432"/>
                  </a:moveTo>
                  <a:lnTo>
                    <a:pt x="0" y="627796"/>
                  </a:lnTo>
                  <a:lnTo>
                    <a:pt x="2770372" y="0"/>
                  </a:lnTo>
                  <a:lnTo>
                    <a:pt x="4721850" y="1896432"/>
                  </a:lnTo>
                  <a:lnTo>
                    <a:pt x="0" y="1896432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8" name="Isosceles Triangle 6">
              <a:extLst>
                <a:ext uri="{FF2B5EF4-FFF2-40B4-BE49-F238E27FC236}">
                  <a16:creationId xmlns:a16="http://schemas.microsoft.com/office/drawing/2014/main" xmlns="" id="{FDFEAD5B-CB19-4561-8B41-79C8E20303AC}"/>
                </a:ext>
              </a:extLst>
            </p:cNvPr>
            <p:cNvSpPr/>
            <p:nvPr userDrawn="1"/>
          </p:nvSpPr>
          <p:spPr>
            <a:xfrm>
              <a:off x="596084" y="6017434"/>
              <a:ext cx="908837" cy="865173"/>
            </a:xfrm>
            <a:custGeom>
              <a:avLst/>
              <a:gdLst>
                <a:gd name="connsiteX0" fmla="*/ 0 w 457200"/>
                <a:gd name="connsiteY0" fmla="*/ 1209675 h 1209675"/>
                <a:gd name="connsiteX1" fmla="*/ 228600 w 457200"/>
                <a:gd name="connsiteY1" fmla="*/ 0 h 1209675"/>
                <a:gd name="connsiteX2" fmla="*/ 457200 w 457200"/>
                <a:gd name="connsiteY2" fmla="*/ 1209675 h 1209675"/>
                <a:gd name="connsiteX3" fmla="*/ 0 w 457200"/>
                <a:gd name="connsiteY3" fmla="*/ 1209675 h 1209675"/>
                <a:gd name="connsiteX0" fmla="*/ 0 w 1014412"/>
                <a:gd name="connsiteY0" fmla="*/ 1000122 h 1000122"/>
                <a:gd name="connsiteX1" fmla="*/ 1014412 w 1014412"/>
                <a:gd name="connsiteY1" fmla="*/ 0 h 1000122"/>
                <a:gd name="connsiteX2" fmla="*/ 457200 w 1014412"/>
                <a:gd name="connsiteY2" fmla="*/ 1000122 h 1000122"/>
                <a:gd name="connsiteX3" fmla="*/ 0 w 1014412"/>
                <a:gd name="connsiteY3" fmla="*/ 1000122 h 1000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412" h="1000122">
                  <a:moveTo>
                    <a:pt x="0" y="1000122"/>
                  </a:moveTo>
                  <a:lnTo>
                    <a:pt x="1014412" y="0"/>
                  </a:lnTo>
                  <a:lnTo>
                    <a:pt x="457200" y="1000122"/>
                  </a:lnTo>
                  <a:lnTo>
                    <a:pt x="0" y="1000122"/>
                  </a:lnTo>
                  <a:close/>
                </a:path>
              </a:pathLst>
            </a:cu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58BBD1-4036-401F-AC80-99FF8062F5DC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97773" y="579498"/>
            <a:ext cx="10515600" cy="1325563"/>
          </a:xfrm>
        </p:spPr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25C9FB1-97F7-4E51-99CE-63B703E9059C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897773" y="1771054"/>
            <a:ext cx="10515600" cy="428870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514A0CA-5F95-497B-B31B-C2CC07C4FA43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A77024-57D8-4F89-BEAB-E63789C998CB}" type="datetimeFigureOut">
              <a:rPr lang="en-US" smtClean="0"/>
              <a:pPr/>
              <a:t>3/9/2026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EE3FDAE-47DD-4E09-8B25-D3223B5DE72F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65931D8-B6A6-4920-BAA3-7957A2AA73A3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F6C96B7F-8210-42C6-9ABD-4935597F8D3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6DC76550-F3BF-4057-B4E4-DE666E83DB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0505" y="244188"/>
            <a:ext cx="1073530" cy="113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13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4" descr="A picture containing person&#10;&#10;Description automatically generated">
            <a:extLst>
              <a:ext uri="{FF2B5EF4-FFF2-40B4-BE49-F238E27FC236}">
                <a16:creationId xmlns:a16="http://schemas.microsoft.com/office/drawing/2014/main" xmlns="" id="{214DE13A-6B8C-450D-807A-D7489315DB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63978"/>
            <a:ext cx="12192000" cy="812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8EAFE6E-7BE8-4B55-AB90-FC5D5D83B092}"/>
              </a:ext>
            </a:extLst>
          </p:cNvPr>
          <p:cNvSpPr/>
          <p:nvPr userDrawn="1"/>
        </p:nvSpPr>
        <p:spPr>
          <a:xfrm>
            <a:off x="-6350" y="-1063978"/>
            <a:ext cx="12198350" cy="8128000"/>
          </a:xfrm>
          <a:prstGeom prst="rect">
            <a:avLst/>
          </a:prstGeom>
          <a:gradFill>
            <a:gsLst>
              <a:gs pos="0">
                <a:srgbClr val="02C39A">
                  <a:alpha val="64000"/>
                </a:srgbClr>
              </a:gs>
              <a:gs pos="68000">
                <a:srgbClr val="05668D">
                  <a:alpha val="73000"/>
                </a:srgbClr>
              </a:gs>
              <a:gs pos="79000">
                <a:srgbClr val="05668D">
                  <a:alpha val="73000"/>
                </a:srgbClr>
              </a:gs>
              <a:gs pos="100000">
                <a:srgbClr val="02809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572DA92-734B-4EF9-A688-BB02AF7FF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57716"/>
            <a:ext cx="5264150" cy="2852737"/>
          </a:xfrm>
        </p:spPr>
        <p:txBody>
          <a:bodyPr anchor="b">
            <a:normAutofit/>
          </a:bodyPr>
          <a:lstStyle>
            <a:lvl1pPr>
              <a:defRPr sz="5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67B4BDA-36BF-430F-B348-C54474FDE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953000"/>
            <a:ext cx="5264150" cy="819150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A3A11C7-C3F9-4E0F-B0AC-7B461E59A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7024-57D8-4F89-BEAB-E63789C998CB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1BDF695-846B-4E57-A079-E655EE014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B1F8AF9-422A-4FC7-A353-EADA06268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6B7F-8210-42C6-9ABD-4935597F8D3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ound Same Side Corner Rectangle 1">
            <a:extLst>
              <a:ext uri="{FF2B5EF4-FFF2-40B4-BE49-F238E27FC236}">
                <a16:creationId xmlns:a16="http://schemas.microsoft.com/office/drawing/2014/main" xmlns="" id="{F5835DE2-96ED-4D42-8020-D0A1AD4BAF4E}"/>
              </a:ext>
            </a:extLst>
          </p:cNvPr>
          <p:cNvSpPr/>
          <p:nvPr userDrawn="1"/>
        </p:nvSpPr>
        <p:spPr>
          <a:xfrm flipV="1">
            <a:off x="838200" y="-64993"/>
            <a:ext cx="2392822" cy="1204957"/>
          </a:xfrm>
          <a:prstGeom prst="round2SameRect">
            <a:avLst>
              <a:gd name="adj1" fmla="val 25178"/>
              <a:gd name="adj2" fmla="val 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B0F72574-4381-49BE-B25E-7486F07DA2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819" y="34925"/>
            <a:ext cx="1020771" cy="1075893"/>
          </a:xfrm>
          <a:prstGeom prst="rect">
            <a:avLst/>
          </a:prstGeom>
        </p:spPr>
      </p:pic>
      <p:pic>
        <p:nvPicPr>
          <p:cNvPr id="13" name="Picture 12" descr="A necklace with sunglasses&#10;&#10;Description automatically generated">
            <a:extLst>
              <a:ext uri="{FF2B5EF4-FFF2-40B4-BE49-F238E27FC236}">
                <a16:creationId xmlns:a16="http://schemas.microsoft.com/office/drawing/2014/main" xmlns="" id="{3EA22924-B143-4C0E-8DC2-F7BB0579E3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136" y="-1000081"/>
            <a:ext cx="14222588" cy="8000206"/>
          </a:xfrm>
          <a:prstGeom prst="rect">
            <a:avLst/>
          </a:prstGeom>
        </p:spPr>
      </p:pic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70027" y="67235"/>
            <a:ext cx="881502" cy="895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5" descr="BLU SPEED.png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11075895" y="201707"/>
            <a:ext cx="900952" cy="90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0867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F0E89E-57AA-44CE-AB52-4A4019846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E4D778-B02A-4D52-AF47-032BF53D63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A916F7C-C249-4D60-8CA9-C7704E8AC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0BD4881-AC75-4775-BBAB-FAD95956D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7024-57D8-4F89-BEAB-E63789C998CB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EF5DAF4-C95E-4EDF-8C84-04043F903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73944B9-51D8-4C40-9488-43384A522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6B7F-8210-42C6-9ABD-4935597F8D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8631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266056-3F12-4BF7-8A29-139B6B11A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AD7A8E7-8472-4C7C-9459-15994A64E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85F587F-C4C8-4165-B91C-885F03EB3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2FD06FA-F296-4976-A614-2287B69A37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8F827424-6A46-422B-BF39-E322ECE014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079FEDD3-2DDE-487A-8B4E-E9B6D3CF0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7024-57D8-4F89-BEAB-E63789C998CB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EEB66AE2-5593-4C15-B1CA-F39F75A83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758329D-9147-4432-A279-A7D007ACB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6B7F-8210-42C6-9ABD-4935597F8D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5282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A5993E-037F-49D7-901A-EAEDDCAF5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89A474B-10C9-4B3E-BD7B-E2C22F41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7024-57D8-4F89-BEAB-E63789C998CB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5F8E175-393A-4ED1-97A9-796F4EF58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333BC9E-9E0D-45FC-BCD2-9B8B018E2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6B7F-8210-42C6-9ABD-4935597F8D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6410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E7180F55-B0F5-4639-A17E-FA774F16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7024-57D8-4F89-BEAB-E63789C998CB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52576596-4410-43C7-AE8A-BFE4F4D67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A0B488D-4012-4F3B-AEF2-261667B04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6B7F-8210-42C6-9ABD-4935597F8D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2514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9F14EB-830B-43D6-B38F-11159A549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5DD6E5D-26F5-4C30-A738-62F05BBC7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476F6AA-2712-48DC-8F8A-1D5A9DB9B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3EC494E-CEF3-4446-A31C-27CA15DA0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7024-57D8-4F89-BEAB-E63789C998CB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6E146C6-433F-41EC-836A-049DD525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EE29B5D-5DC7-4C5C-831B-38A3AC6C4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6B7F-8210-42C6-9ABD-4935597F8D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1567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334FF6-7CBC-413C-84EF-9F599409E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4082B1AE-E805-4344-8C7A-D6EDEAD857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FC9C1C4-640D-42F6-A0D7-E6824BC3F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7E79D6F-464B-4907-AA34-F9E1A1CC3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7024-57D8-4F89-BEAB-E63789C998CB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348C619-44FA-4BA1-80D7-546D73010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16927480-A79D-4635-99FA-1CD34263E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6B7F-8210-42C6-9ABD-4935597F8D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0642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4EDFA8-89CE-4BE6-92E6-B99992753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3973D25-FFE8-4FC6-B801-D7A097E2C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9DF688D-8185-42A9-A8FF-D383713CC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7024-57D8-4F89-BEAB-E63789C998CB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AE22DDD-424A-4121-BAB9-624299EC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71C80FB-9993-4F95-8AAB-4A3C9AC6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6B7F-8210-42C6-9ABD-4935597F8D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1274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58F60F2F-FF1B-4A0F-B3C0-E9FFC77E8B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C09AF2E3-BCAD-4A9F-B3CE-CDFF6057E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D26C81E-9E8B-48B1-9F48-3A2071F59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77024-57D8-4F89-BEAB-E63789C998CB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AD972F9-9C56-4279-B608-700973A1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C9314C7-3801-4347-874C-01E2226CC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96B7F-8210-42C6-9ABD-4935597F8D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4817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 cstate="print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-22795" y="-7414"/>
            <a:ext cx="12214795" cy="6865414"/>
          </a:xfrm>
          <a:prstGeom prst="rect">
            <a:avLst/>
          </a:prstGeom>
          <a:solidFill>
            <a:schemeClr val="tx2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CA787091-7430-48E2-A263-D592A20EF329}"/>
              </a:ext>
            </a:extLst>
          </p:cNvPr>
          <p:cNvGrpSpPr/>
          <p:nvPr userDrawn="1"/>
        </p:nvGrpSpPr>
        <p:grpSpPr>
          <a:xfrm>
            <a:off x="0" y="3898232"/>
            <a:ext cx="12192000" cy="1467852"/>
            <a:chOff x="4379494" y="697832"/>
            <a:chExt cx="2586787" cy="168442"/>
          </a:xfrm>
          <a:gradFill flip="none" rotWithShape="1">
            <a:gsLst>
              <a:gs pos="0">
                <a:schemeClr val="accent6">
                  <a:alpha val="50000"/>
                </a:schemeClr>
              </a:gs>
              <a:gs pos="50000">
                <a:schemeClr val="accent5">
                  <a:alpha val="80000"/>
                </a:schemeClr>
              </a:gs>
              <a:gs pos="100000">
                <a:schemeClr val="accent6">
                  <a:alpha val="50000"/>
                </a:schemeClr>
              </a:gs>
            </a:gsLst>
            <a:lin ang="0" scaled="1"/>
            <a:tileRect/>
          </a:gra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xmlns="" id="{89D5B5E3-8451-44E0-A2F2-73F627495F6A}"/>
                </a:ext>
              </a:extLst>
            </p:cNvPr>
            <p:cNvSpPr/>
            <p:nvPr/>
          </p:nvSpPr>
          <p:spPr>
            <a:xfrm>
              <a:off x="4379494" y="697832"/>
              <a:ext cx="517358" cy="16844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xmlns="" id="{7E53FCF4-CFA5-4439-85D7-60C093B7B6F6}"/>
                </a:ext>
              </a:extLst>
            </p:cNvPr>
            <p:cNvSpPr/>
            <p:nvPr/>
          </p:nvSpPr>
          <p:spPr>
            <a:xfrm>
              <a:off x="4896852" y="697832"/>
              <a:ext cx="517358" cy="16844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xmlns="" id="{BD14D7CB-A7CE-45EA-BFC0-4EA43BD9D79D}"/>
                </a:ext>
              </a:extLst>
            </p:cNvPr>
            <p:cNvSpPr/>
            <p:nvPr/>
          </p:nvSpPr>
          <p:spPr>
            <a:xfrm>
              <a:off x="5414209" y="697832"/>
              <a:ext cx="517358" cy="16844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xmlns="" id="{C3A2D13A-D090-408D-87D5-CF70F6373DDE}"/>
                </a:ext>
              </a:extLst>
            </p:cNvPr>
            <p:cNvSpPr/>
            <p:nvPr/>
          </p:nvSpPr>
          <p:spPr>
            <a:xfrm>
              <a:off x="5931566" y="697832"/>
              <a:ext cx="517358" cy="16844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xmlns="" id="{88284FFD-1FBD-484A-94D6-3BF0E9164477}"/>
                </a:ext>
              </a:extLst>
            </p:cNvPr>
            <p:cNvSpPr/>
            <p:nvPr/>
          </p:nvSpPr>
          <p:spPr>
            <a:xfrm>
              <a:off x="6448923" y="697832"/>
              <a:ext cx="517358" cy="16844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26015566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5" r:id="rId2"/>
    <p:sldLayoutId id="2147483767" r:id="rId3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42" r:id="rId2"/>
    <p:sldLayoutId id="2147483753" r:id="rId3"/>
    <p:sldLayoutId id="2147483752" r:id="rId4"/>
    <p:sldLayoutId id="2147483740" r:id="rId5"/>
    <p:sldLayoutId id="2147483737" r:id="rId6"/>
    <p:sldLayoutId id="2147483736" r:id="rId7"/>
    <p:sldLayoutId id="2147483739" r:id="rId8"/>
    <p:sldLayoutId id="2147483743" r:id="rId9"/>
    <p:sldLayoutId id="2147483750" r:id="rId10"/>
    <p:sldLayoutId id="2147483754" r:id="rId1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44B7B81-03A3-46A2-ADCA-180AB37DE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4F90FA7-9225-4CA9-A3D1-83E9D9259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97A1AAA-EA24-4EB4-9E77-B27D245E4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A77024-57D8-4F89-BEAB-E63789C998CB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1EE954D-2EAF-4C83-947E-0DBA510829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78680DA-F647-49E0-A788-5D1B258997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96B7F-8210-42C6-9ABD-4935597F8D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37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17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400" dirty="0" smtClean="0">
                <a:solidFill>
                  <a:srgbClr val="FFC000"/>
                </a:solidFill>
                <a:latin typeface="+mj-lt"/>
              </a:rPr>
              <a:t>Register User </a:t>
            </a:r>
            <a:r>
              <a:rPr lang="en-US" sz="4400" dirty="0" err="1" smtClean="0">
                <a:solidFill>
                  <a:srgbClr val="FFC000"/>
                </a:solidFill>
                <a:latin typeface="+mj-lt"/>
              </a:rPr>
              <a:t>Menggunakan</a:t>
            </a:r>
            <a:r>
              <a:rPr lang="en-US" sz="4400" dirty="0" smtClean="0">
                <a:solidFill>
                  <a:srgbClr val="FFC000"/>
                </a:solidFill>
                <a:latin typeface="+mj-lt"/>
              </a:rPr>
              <a:t> Flutter </a:t>
            </a:r>
            <a:r>
              <a:rPr lang="en-US" sz="4400" dirty="0" err="1" smtClean="0">
                <a:solidFill>
                  <a:srgbClr val="FFC000"/>
                </a:solidFill>
                <a:latin typeface="+mj-lt"/>
              </a:rPr>
              <a:t>dan</a:t>
            </a:r>
            <a:r>
              <a:rPr lang="en-US" sz="4400" dirty="0" smtClean="0">
                <a:solidFill>
                  <a:srgbClr val="FFC000"/>
                </a:solidFill>
                <a:latin typeface="+mj-lt"/>
              </a:rPr>
              <a:t> </a:t>
            </a:r>
            <a:r>
              <a:rPr lang="en-US" sz="4400" dirty="0" err="1" smtClean="0">
                <a:solidFill>
                  <a:srgbClr val="FFC000"/>
                </a:solidFill>
                <a:latin typeface="+mj-lt"/>
              </a:rPr>
              <a:t>FastAPI</a:t>
            </a:r>
            <a:endParaRPr lang="en-US" sz="4400" dirty="0">
              <a:solidFill>
                <a:srgbClr val="FFC000"/>
              </a:solidFill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5041900" y="3437586"/>
            <a:ext cx="7150100" cy="393107"/>
          </a:xfrm>
        </p:spPr>
        <p:txBody>
          <a:bodyPr/>
          <a:lstStyle/>
          <a:p>
            <a:r>
              <a:rPr lang="en-US" dirty="0" err="1"/>
              <a:t>Aplikasi</a:t>
            </a:r>
            <a:r>
              <a:rPr lang="en-US" dirty="0"/>
              <a:t> Register User</a:t>
            </a:r>
            <a:br>
              <a:rPr lang="en-US" dirty="0"/>
            </a:br>
            <a:r>
              <a:rPr lang="en-US" dirty="0" err="1"/>
              <a:t>Menggunakan</a:t>
            </a:r>
            <a:r>
              <a:rPr lang="en-US" dirty="0"/>
              <a:t> Flutter + </a:t>
            </a:r>
            <a:r>
              <a:rPr lang="en-US" dirty="0" err="1"/>
              <a:t>FastAPI</a:t>
            </a:r>
            <a:r>
              <a:rPr lang="en-US" dirty="0"/>
              <a:t> + SQLite</a:t>
            </a:r>
            <a:endParaRPr lang="en-US" dirty="0">
              <a:latin typeface="+mj-lt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/>
            <a:r>
              <a:rPr lang="en-US" dirty="0" err="1" smtClean="0">
                <a:latin typeface="+mj-lt"/>
              </a:rPr>
              <a:t>Politeknik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Negeri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Jember</a:t>
            </a:r>
            <a:endParaRPr lang="en-US" dirty="0">
              <a:latin typeface="+mj-lt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/>
            <a:r>
              <a:rPr lang="en-US" dirty="0" err="1" smtClean="0">
                <a:latin typeface="+mj-lt"/>
              </a:rPr>
              <a:t>Senandika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Bening</a:t>
            </a:r>
            <a:r>
              <a:rPr lang="en-US" dirty="0" smtClean="0">
                <a:latin typeface="+mj-lt"/>
              </a:rPr>
              <a:t> </a:t>
            </a:r>
            <a:r>
              <a:rPr lang="en-US" dirty="0" err="1" smtClean="0">
                <a:latin typeface="+mj-lt"/>
              </a:rPr>
              <a:t>Kinasih</a:t>
            </a:r>
            <a:endParaRPr lang="en-US" dirty="0" smtClean="0">
              <a:latin typeface="+mj-lt"/>
            </a:endParaRPr>
          </a:p>
          <a:p>
            <a:pPr algn="ctr"/>
            <a:r>
              <a:rPr lang="en-US" dirty="0" smtClean="0">
                <a:latin typeface="+mj-lt"/>
              </a:rPr>
              <a:t>E41241870\</a:t>
            </a:r>
            <a:r>
              <a:rPr lang="en-US" dirty="0" err="1" smtClean="0">
                <a:latin typeface="+mj-lt"/>
              </a:rPr>
              <a:t>Golongan</a:t>
            </a:r>
            <a:r>
              <a:rPr lang="en-US" dirty="0" smtClean="0">
                <a:latin typeface="+mj-lt"/>
              </a:rPr>
              <a:t> E</a:t>
            </a:r>
            <a:endParaRPr lang="en-US" dirty="0">
              <a:latin typeface="+mj-lt"/>
            </a:endParaRPr>
          </a:p>
        </p:txBody>
      </p:sp>
      <p:pic>
        <p:nvPicPr>
          <p:cNvPr id="8" name="Picture 7" descr="Logo Komersia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635599"/>
            <a:ext cx="2600130" cy="12224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703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552" y="491085"/>
            <a:ext cx="9142414" cy="617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486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462" y="753035"/>
            <a:ext cx="9477903" cy="545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6237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238" y="1538288"/>
            <a:ext cx="8389937" cy="3779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4384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F691C40-340A-44BC-A6B3-C3A20A9ED913}"/>
              </a:ext>
            </a:extLst>
          </p:cNvPr>
          <p:cNvSpPr txBox="1"/>
          <p:nvPr/>
        </p:nvSpPr>
        <p:spPr>
          <a:xfrm>
            <a:off x="2304102" y="2734041"/>
            <a:ext cx="7583648" cy="9952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5867" b="1" dirty="0" err="1">
                <a:cs typeface="Arial" pitchFamily="34" charset="0"/>
              </a:rPr>
              <a:t>Terima</a:t>
            </a:r>
            <a:r>
              <a:rPr lang="en-US" altLang="ko-KR" sz="5867" b="1" dirty="0">
                <a:cs typeface="Arial" pitchFamily="34" charset="0"/>
              </a:rPr>
              <a:t> </a:t>
            </a:r>
            <a:r>
              <a:rPr lang="en-US" altLang="ko-KR" sz="5867" b="1" dirty="0" err="1">
                <a:cs typeface="Arial" pitchFamily="34" charset="0"/>
              </a:rPr>
              <a:t>Kasih</a:t>
            </a:r>
            <a:endParaRPr lang="ko-KR" altLang="en-US" sz="5867" b="1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22421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Polij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080F0"/>
      </a:accent1>
      <a:accent2>
        <a:srgbClr val="0090F0"/>
      </a:accent2>
      <a:accent3>
        <a:srgbClr val="00A0F0"/>
      </a:accent3>
      <a:accent4>
        <a:srgbClr val="00B0F0"/>
      </a:accent4>
      <a:accent5>
        <a:srgbClr val="00C0F0"/>
      </a:accent5>
      <a:accent6>
        <a:srgbClr val="00D0F0"/>
      </a:accent6>
      <a:hlink>
        <a:srgbClr val="F49100"/>
      </a:hlink>
      <a:folHlink>
        <a:srgbClr val="85DFD0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4AECF625-44FF-4865-8F82-2FA2685CF06C}" vid="{BD941822-DC4A-4131-853A-8168234A9C97}"/>
    </a:ext>
  </a:extLst>
</a:theme>
</file>

<file path=ppt/theme/theme2.xml><?xml version="1.0" encoding="utf-8"?>
<a:theme xmlns:a="http://schemas.openxmlformats.org/drawingml/2006/main" name="Contents Slide Master">
  <a:themeElements>
    <a:clrScheme name="Polij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080F0"/>
      </a:accent1>
      <a:accent2>
        <a:srgbClr val="0090F0"/>
      </a:accent2>
      <a:accent3>
        <a:srgbClr val="00A0F0"/>
      </a:accent3>
      <a:accent4>
        <a:srgbClr val="00B0F0"/>
      </a:accent4>
      <a:accent5>
        <a:srgbClr val="00C0F0"/>
      </a:accent5>
      <a:accent6>
        <a:srgbClr val="00D0F0"/>
      </a:accent6>
      <a:hlink>
        <a:srgbClr val="F49100"/>
      </a:hlink>
      <a:folHlink>
        <a:srgbClr val="85DFD0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Presentation1" id="{4AECF625-44FF-4865-8F82-2FA2685CF06C}" vid="{472F66B8-76A3-46DD-8FDE-1D3E925B4D6E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Section Break Slide Master">
  <a:themeElements>
    <a:clrScheme name="Polij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080F0"/>
      </a:accent1>
      <a:accent2>
        <a:srgbClr val="0090F0"/>
      </a:accent2>
      <a:accent3>
        <a:srgbClr val="00A0F0"/>
      </a:accent3>
      <a:accent4>
        <a:srgbClr val="00B0F0"/>
      </a:accent4>
      <a:accent5>
        <a:srgbClr val="00C0F0"/>
      </a:accent5>
      <a:accent6>
        <a:srgbClr val="00D0F0"/>
      </a:accent6>
      <a:hlink>
        <a:srgbClr val="F49100"/>
      </a:hlink>
      <a:folHlink>
        <a:srgbClr val="85DFD0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4AECF625-44FF-4865-8F82-2FA2685CF06C}" vid="{82D61C52-8850-46C6-A179-2789423485CD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Words>19</Words>
  <Application>Microsoft Office PowerPoint</Application>
  <PresentationFormat>Custom</PresentationFormat>
  <Paragraphs>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Cover and End Slide Master</vt:lpstr>
      <vt:lpstr>Contents Slide Master</vt:lpstr>
      <vt:lpstr>Custom Design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Afif Sugi Hendrianto</dc:creator>
  <cp:lastModifiedBy>ASUS</cp:lastModifiedBy>
  <cp:revision>27</cp:revision>
  <dcterms:created xsi:type="dcterms:W3CDTF">2019-06-16T20:41:47Z</dcterms:created>
  <dcterms:modified xsi:type="dcterms:W3CDTF">2026-03-09T03:37:56Z</dcterms:modified>
</cp:coreProperties>
</file>